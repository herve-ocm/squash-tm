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73" r:id="rId2"/>
  </p:sldMasterIdLst>
  <p:notesMasterIdLst>
    <p:notesMasterId r:id="rId9"/>
  </p:notesMasterIdLst>
  <p:sldIdLst>
    <p:sldId id="363" r:id="rId3"/>
    <p:sldId id="347" r:id="rId4"/>
    <p:sldId id="312" r:id="rId5"/>
    <p:sldId id="364" r:id="rId6"/>
    <p:sldId id="365" r:id="rId7"/>
    <p:sldId id="31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598"/>
    <a:srgbClr val="F2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3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34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xmlns="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xmlns="" id="{833C00B1-CA2C-494A-A566-6790FD0946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578149"/>
            <a:ext cx="2437200" cy="23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xmlns="" id="{E77CA480-4518-4BF0-9AD6-18091AD7F1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438700" y="3941782"/>
            <a:ext cx="2437200" cy="23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xmlns="" id="{2EA166A0-037E-44A3-B0C5-D536749BF6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7400" y="1591729"/>
            <a:ext cx="2437200" cy="23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xmlns="" id="{ABE4363D-0999-4850-AE33-1A1B530A845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6100" y="3955362"/>
            <a:ext cx="2437200" cy="23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xmlns="" id="{45B2035F-43A5-4EFF-BE2E-45917BEDCAF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754800" y="1578149"/>
            <a:ext cx="2437200" cy="23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9A6A539-B7C1-455B-A332-7354E9CDB6EE}"/>
              </a:ext>
            </a:extLst>
          </p:cNvPr>
          <p:cNvSpPr/>
          <p:nvPr userDrawn="1"/>
        </p:nvSpPr>
        <p:spPr>
          <a:xfrm>
            <a:off x="3985404" y="918494"/>
            <a:ext cx="6788988" cy="50210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xmlns="" id="{6B131B09-149B-40B6-9249-44A4B9358F6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27795" y="2001328"/>
            <a:ext cx="1631465" cy="285534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FF796B7A-F292-4DAB-8FF1-6D0AF3ECA3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4489" y="2001328"/>
            <a:ext cx="5007269" cy="285534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129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84">
            <a:extLst>
              <a:ext uri="{FF2B5EF4-FFF2-40B4-BE49-F238E27FC236}">
                <a16:creationId xmlns:a16="http://schemas.microsoft.com/office/drawing/2014/main" xmlns="" id="{08487DA2-01E2-45CB-A496-FDE46DB83E53}"/>
              </a:ext>
            </a:extLst>
          </p:cNvPr>
          <p:cNvSpPr/>
          <p:nvPr userDrawn="1"/>
        </p:nvSpPr>
        <p:spPr>
          <a:xfrm>
            <a:off x="3718801" y="5611520"/>
            <a:ext cx="4782651" cy="51739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4" name="Graphic 14">
            <a:extLst>
              <a:ext uri="{FF2B5EF4-FFF2-40B4-BE49-F238E27FC236}">
                <a16:creationId xmlns:a16="http://schemas.microsoft.com/office/drawing/2014/main" xmlns="" id="{148A2B19-58B1-4137-90BB-5AD7AC860EC5}"/>
              </a:ext>
            </a:extLst>
          </p:cNvPr>
          <p:cNvGrpSpPr/>
          <p:nvPr userDrawn="1"/>
        </p:nvGrpSpPr>
        <p:grpSpPr>
          <a:xfrm>
            <a:off x="3857257" y="2331942"/>
            <a:ext cx="4505740" cy="3543840"/>
            <a:chOff x="2444748" y="555045"/>
            <a:chExt cx="7282048" cy="5727454"/>
          </a:xfrm>
        </p:grpSpPr>
        <p:sp>
          <p:nvSpPr>
            <p:cNvPr id="5" name="Freeform: Shape 86">
              <a:extLst>
                <a:ext uri="{FF2B5EF4-FFF2-40B4-BE49-F238E27FC236}">
                  <a16:creationId xmlns:a16="http://schemas.microsoft.com/office/drawing/2014/main" xmlns="" id="{75629B70-1872-44F2-BC47-5EBB399C8759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87">
              <a:extLst>
                <a:ext uri="{FF2B5EF4-FFF2-40B4-BE49-F238E27FC236}">
                  <a16:creationId xmlns:a16="http://schemas.microsoft.com/office/drawing/2014/main" xmlns="" id="{E80C35BD-869C-4D8D-BFC9-81415EA32E5B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88">
              <a:extLst>
                <a:ext uri="{FF2B5EF4-FFF2-40B4-BE49-F238E27FC236}">
                  <a16:creationId xmlns:a16="http://schemas.microsoft.com/office/drawing/2014/main" xmlns="" id="{E4B6C454-BD2B-4663-80C9-37CD4D8CFDC1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89">
              <a:extLst>
                <a:ext uri="{FF2B5EF4-FFF2-40B4-BE49-F238E27FC236}">
                  <a16:creationId xmlns:a16="http://schemas.microsoft.com/office/drawing/2014/main" xmlns="" id="{9E78FBBE-66C6-4443-BA72-F0F9CEE364A2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90">
              <a:extLst>
                <a:ext uri="{FF2B5EF4-FFF2-40B4-BE49-F238E27FC236}">
                  <a16:creationId xmlns:a16="http://schemas.microsoft.com/office/drawing/2014/main" xmlns="" id="{9382479E-C9AD-4BFC-AABB-49F38F7B20A1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1">
              <a:extLst>
                <a:ext uri="{FF2B5EF4-FFF2-40B4-BE49-F238E27FC236}">
                  <a16:creationId xmlns:a16="http://schemas.microsoft.com/office/drawing/2014/main" xmlns="" id="{53F4A6CD-385A-42DF-8324-D2288070A3F0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92">
              <a:extLst>
                <a:ext uri="{FF2B5EF4-FFF2-40B4-BE49-F238E27FC236}">
                  <a16:creationId xmlns:a16="http://schemas.microsoft.com/office/drawing/2014/main" xmlns="" id="{FB754D38-7470-45C6-A531-A3034ED9280D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93">
              <a:extLst>
                <a:ext uri="{FF2B5EF4-FFF2-40B4-BE49-F238E27FC236}">
                  <a16:creationId xmlns:a16="http://schemas.microsoft.com/office/drawing/2014/main" xmlns="" id="{04BE8F46-AE5C-4B48-ADE3-05A760EDC2AF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그림 개체 틀 2">
            <a:extLst>
              <a:ext uri="{FF2B5EF4-FFF2-40B4-BE49-F238E27FC236}">
                <a16:creationId xmlns:a16="http://schemas.microsoft.com/office/drawing/2014/main" xmlns="" id="{A56ED74C-4AA6-474C-97BF-C5D92C876DD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044716" y="2524523"/>
            <a:ext cx="4130822" cy="23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xmlns="" id="{98998FE7-2459-4E48-8AC7-2D7D795151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3">
            <a:extLst>
              <a:ext uri="{FF2B5EF4-FFF2-40B4-BE49-F238E27FC236}">
                <a16:creationId xmlns:a16="http://schemas.microsoft.com/office/drawing/2014/main" xmlns="" id="{0D39BB10-5FB8-4A10-90BB-A072E797968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05841" y="448493"/>
            <a:ext cx="4589410" cy="5961014"/>
          </a:xfrm>
          <a:custGeom>
            <a:avLst/>
            <a:gdLst>
              <a:gd name="connsiteX0" fmla="*/ 2355665 w 4589410"/>
              <a:gd name="connsiteY0" fmla="*/ 5725881 h 5961014"/>
              <a:gd name="connsiteX1" fmla="*/ 3984168 w 4589410"/>
              <a:gd name="connsiteY1" fmla="*/ 5725881 h 5961014"/>
              <a:gd name="connsiteX2" fmla="*/ 3984168 w 4589410"/>
              <a:gd name="connsiteY2" fmla="*/ 5961014 h 5961014"/>
              <a:gd name="connsiteX3" fmla="*/ 2355665 w 4589410"/>
              <a:gd name="connsiteY3" fmla="*/ 5961014 h 5961014"/>
              <a:gd name="connsiteX4" fmla="*/ 605244 w 4589410"/>
              <a:gd name="connsiteY4" fmla="*/ 5190304 h 5961014"/>
              <a:gd name="connsiteX5" fmla="*/ 2233747 w 4589410"/>
              <a:gd name="connsiteY5" fmla="*/ 5190304 h 5961014"/>
              <a:gd name="connsiteX6" fmla="*/ 2233747 w 4589410"/>
              <a:gd name="connsiteY6" fmla="*/ 5756361 h 5961014"/>
              <a:gd name="connsiteX7" fmla="*/ 605244 w 4589410"/>
              <a:gd name="connsiteY7" fmla="*/ 5756361 h 5961014"/>
              <a:gd name="connsiteX8" fmla="*/ 2355665 w 4589410"/>
              <a:gd name="connsiteY8" fmla="*/ 4214945 h 5961014"/>
              <a:gd name="connsiteX9" fmla="*/ 3984168 w 4589410"/>
              <a:gd name="connsiteY9" fmla="*/ 4214945 h 5961014"/>
              <a:gd name="connsiteX10" fmla="*/ 3984168 w 4589410"/>
              <a:gd name="connsiteY10" fmla="*/ 5608316 h 5961014"/>
              <a:gd name="connsiteX11" fmla="*/ 2355665 w 4589410"/>
              <a:gd name="connsiteY11" fmla="*/ 5608316 h 5961014"/>
              <a:gd name="connsiteX12" fmla="*/ 1 w 4589410"/>
              <a:gd name="connsiteY12" fmla="*/ 2233746 h 5961014"/>
              <a:gd name="connsiteX13" fmla="*/ 483327 w 4589410"/>
              <a:gd name="connsiteY13" fmla="*/ 2233746 h 5961014"/>
              <a:gd name="connsiteX14" fmla="*/ 483327 w 4589410"/>
              <a:gd name="connsiteY14" fmla="*/ 5961014 h 5961014"/>
              <a:gd name="connsiteX15" fmla="*/ 1 w 4589410"/>
              <a:gd name="connsiteY15" fmla="*/ 5961014 h 5961014"/>
              <a:gd name="connsiteX16" fmla="*/ 4106084 w 4589410"/>
              <a:gd name="connsiteY16" fmla="*/ 1820090 h 5961014"/>
              <a:gd name="connsiteX17" fmla="*/ 4589410 w 4589410"/>
              <a:gd name="connsiteY17" fmla="*/ 1820090 h 5961014"/>
              <a:gd name="connsiteX18" fmla="*/ 4589410 w 4589410"/>
              <a:gd name="connsiteY18" fmla="*/ 5608315 h 5961014"/>
              <a:gd name="connsiteX19" fmla="*/ 4106084 w 4589410"/>
              <a:gd name="connsiteY19" fmla="*/ 5608315 h 5961014"/>
              <a:gd name="connsiteX20" fmla="*/ 605244 w 4589410"/>
              <a:gd name="connsiteY20" fmla="*/ 1323701 h 5961014"/>
              <a:gd name="connsiteX21" fmla="*/ 2233747 w 4589410"/>
              <a:gd name="connsiteY21" fmla="*/ 1323701 h 5961014"/>
              <a:gd name="connsiteX22" fmla="*/ 2233747 w 4589410"/>
              <a:gd name="connsiteY22" fmla="*/ 5050968 h 5961014"/>
              <a:gd name="connsiteX23" fmla="*/ 605244 w 4589410"/>
              <a:gd name="connsiteY23" fmla="*/ 5050968 h 5961014"/>
              <a:gd name="connsiteX24" fmla="*/ 1 w 4589410"/>
              <a:gd name="connsiteY24" fmla="*/ 1323701 h 5961014"/>
              <a:gd name="connsiteX25" fmla="*/ 483327 w 4589410"/>
              <a:gd name="connsiteY25" fmla="*/ 1323701 h 5961014"/>
              <a:gd name="connsiteX26" fmla="*/ 483327 w 4589410"/>
              <a:gd name="connsiteY26" fmla="*/ 2133597 h 5961014"/>
              <a:gd name="connsiteX27" fmla="*/ 1 w 4589410"/>
              <a:gd name="connsiteY27" fmla="*/ 2133597 h 5961014"/>
              <a:gd name="connsiteX28" fmla="*/ 4106084 w 4589410"/>
              <a:gd name="connsiteY28" fmla="*/ 910045 h 5961014"/>
              <a:gd name="connsiteX29" fmla="*/ 4589410 w 4589410"/>
              <a:gd name="connsiteY29" fmla="*/ 910045 h 5961014"/>
              <a:gd name="connsiteX30" fmla="*/ 4589410 w 4589410"/>
              <a:gd name="connsiteY30" fmla="*/ 1719942 h 5961014"/>
              <a:gd name="connsiteX31" fmla="*/ 4106084 w 4589410"/>
              <a:gd name="connsiteY31" fmla="*/ 1719942 h 5961014"/>
              <a:gd name="connsiteX32" fmla="*/ 2355665 w 4589410"/>
              <a:gd name="connsiteY32" fmla="*/ 370113 h 5961014"/>
              <a:gd name="connsiteX33" fmla="*/ 3984168 w 4589410"/>
              <a:gd name="connsiteY33" fmla="*/ 370113 h 5961014"/>
              <a:gd name="connsiteX34" fmla="*/ 3984168 w 4589410"/>
              <a:gd name="connsiteY34" fmla="*/ 4097380 h 5961014"/>
              <a:gd name="connsiteX35" fmla="*/ 2355665 w 4589410"/>
              <a:gd name="connsiteY35" fmla="*/ 4097380 h 5961014"/>
              <a:gd name="connsiteX36" fmla="*/ 0 w 4589410"/>
              <a:gd name="connsiteY36" fmla="*/ 370113 h 5961014"/>
              <a:gd name="connsiteX37" fmla="*/ 1084218 w 4589410"/>
              <a:gd name="connsiteY37" fmla="*/ 370113 h 5961014"/>
              <a:gd name="connsiteX38" fmla="*/ 1084218 w 4589410"/>
              <a:gd name="connsiteY38" fmla="*/ 1184364 h 5961014"/>
              <a:gd name="connsiteX39" fmla="*/ 0 w 4589410"/>
              <a:gd name="connsiteY39" fmla="*/ 1184364 h 5961014"/>
              <a:gd name="connsiteX40" fmla="*/ 4106084 w 4589410"/>
              <a:gd name="connsiteY40" fmla="*/ 0 h 5961014"/>
              <a:gd name="connsiteX41" fmla="*/ 4589410 w 4589410"/>
              <a:gd name="connsiteY41" fmla="*/ 0 h 5961014"/>
              <a:gd name="connsiteX42" fmla="*/ 4589410 w 4589410"/>
              <a:gd name="connsiteY42" fmla="*/ 809897 h 5961014"/>
              <a:gd name="connsiteX43" fmla="*/ 4106084 w 4589410"/>
              <a:gd name="connsiteY43" fmla="*/ 809897 h 5961014"/>
              <a:gd name="connsiteX44" fmla="*/ 1206136 w 4589410"/>
              <a:gd name="connsiteY44" fmla="*/ 0 h 5961014"/>
              <a:gd name="connsiteX45" fmla="*/ 2233747 w 4589410"/>
              <a:gd name="connsiteY45" fmla="*/ 0 h 5961014"/>
              <a:gd name="connsiteX46" fmla="*/ 2233747 w 4589410"/>
              <a:gd name="connsiteY46" fmla="*/ 1184364 h 5961014"/>
              <a:gd name="connsiteX47" fmla="*/ 1206136 w 4589410"/>
              <a:gd name="connsiteY47" fmla="*/ 1184364 h 5961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589410" h="5961014">
                <a:moveTo>
                  <a:pt x="2355665" y="5725881"/>
                </a:moveTo>
                <a:lnTo>
                  <a:pt x="3984168" y="5725881"/>
                </a:lnTo>
                <a:lnTo>
                  <a:pt x="3984168" y="5961014"/>
                </a:lnTo>
                <a:lnTo>
                  <a:pt x="2355665" y="5961014"/>
                </a:lnTo>
                <a:close/>
                <a:moveTo>
                  <a:pt x="605244" y="5190304"/>
                </a:moveTo>
                <a:lnTo>
                  <a:pt x="2233747" y="5190304"/>
                </a:lnTo>
                <a:lnTo>
                  <a:pt x="2233747" y="5756361"/>
                </a:lnTo>
                <a:lnTo>
                  <a:pt x="605244" y="5756361"/>
                </a:lnTo>
                <a:close/>
                <a:moveTo>
                  <a:pt x="2355665" y="4214945"/>
                </a:moveTo>
                <a:lnTo>
                  <a:pt x="3984168" y="4214945"/>
                </a:lnTo>
                <a:lnTo>
                  <a:pt x="3984168" y="5608316"/>
                </a:lnTo>
                <a:lnTo>
                  <a:pt x="2355665" y="5608316"/>
                </a:lnTo>
                <a:close/>
                <a:moveTo>
                  <a:pt x="1" y="2233746"/>
                </a:moveTo>
                <a:lnTo>
                  <a:pt x="483327" y="2233746"/>
                </a:lnTo>
                <a:lnTo>
                  <a:pt x="483327" y="5961014"/>
                </a:lnTo>
                <a:lnTo>
                  <a:pt x="1" y="5961014"/>
                </a:lnTo>
                <a:close/>
                <a:moveTo>
                  <a:pt x="4106084" y="1820090"/>
                </a:moveTo>
                <a:lnTo>
                  <a:pt x="4589410" y="1820090"/>
                </a:lnTo>
                <a:lnTo>
                  <a:pt x="4589410" y="5608315"/>
                </a:lnTo>
                <a:lnTo>
                  <a:pt x="4106084" y="5608315"/>
                </a:lnTo>
                <a:close/>
                <a:moveTo>
                  <a:pt x="605244" y="1323701"/>
                </a:moveTo>
                <a:lnTo>
                  <a:pt x="2233747" y="1323701"/>
                </a:lnTo>
                <a:lnTo>
                  <a:pt x="2233747" y="5050968"/>
                </a:lnTo>
                <a:lnTo>
                  <a:pt x="605244" y="5050968"/>
                </a:lnTo>
                <a:close/>
                <a:moveTo>
                  <a:pt x="1" y="1323701"/>
                </a:moveTo>
                <a:lnTo>
                  <a:pt x="483327" y="1323701"/>
                </a:lnTo>
                <a:lnTo>
                  <a:pt x="483327" y="2133597"/>
                </a:lnTo>
                <a:lnTo>
                  <a:pt x="1" y="2133597"/>
                </a:lnTo>
                <a:close/>
                <a:moveTo>
                  <a:pt x="4106084" y="910045"/>
                </a:moveTo>
                <a:lnTo>
                  <a:pt x="4589410" y="910045"/>
                </a:lnTo>
                <a:lnTo>
                  <a:pt x="4589410" y="1719942"/>
                </a:lnTo>
                <a:lnTo>
                  <a:pt x="4106084" y="1719942"/>
                </a:lnTo>
                <a:close/>
                <a:moveTo>
                  <a:pt x="2355665" y="370113"/>
                </a:moveTo>
                <a:lnTo>
                  <a:pt x="3984168" y="370113"/>
                </a:lnTo>
                <a:lnTo>
                  <a:pt x="3984168" y="4097380"/>
                </a:lnTo>
                <a:lnTo>
                  <a:pt x="2355665" y="4097380"/>
                </a:lnTo>
                <a:close/>
                <a:moveTo>
                  <a:pt x="0" y="370113"/>
                </a:moveTo>
                <a:lnTo>
                  <a:pt x="1084218" y="370113"/>
                </a:lnTo>
                <a:lnTo>
                  <a:pt x="1084218" y="1184364"/>
                </a:lnTo>
                <a:lnTo>
                  <a:pt x="0" y="1184364"/>
                </a:lnTo>
                <a:close/>
                <a:moveTo>
                  <a:pt x="4106084" y="0"/>
                </a:moveTo>
                <a:lnTo>
                  <a:pt x="4589410" y="0"/>
                </a:lnTo>
                <a:lnTo>
                  <a:pt x="4589410" y="809897"/>
                </a:lnTo>
                <a:lnTo>
                  <a:pt x="4106084" y="809897"/>
                </a:lnTo>
                <a:close/>
                <a:moveTo>
                  <a:pt x="1206136" y="0"/>
                </a:moveTo>
                <a:lnTo>
                  <a:pt x="2233747" y="0"/>
                </a:lnTo>
                <a:lnTo>
                  <a:pt x="2233747" y="1184364"/>
                </a:lnTo>
                <a:lnTo>
                  <a:pt x="1206136" y="118436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732A5D0C-08AD-4E3C-8516-D114A0699B3D}"/>
              </a:ext>
            </a:extLst>
          </p:cNvPr>
          <p:cNvSpPr/>
          <p:nvPr userDrawn="1"/>
        </p:nvSpPr>
        <p:spPr>
          <a:xfrm>
            <a:off x="715992" y="603849"/>
            <a:ext cx="7686136" cy="3071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그림 개체 틀 2">
            <a:extLst>
              <a:ext uri="{FF2B5EF4-FFF2-40B4-BE49-F238E27FC236}">
                <a16:creationId xmlns:a16="http://schemas.microsoft.com/office/drawing/2014/main" xmlns="" id="{1D62A92E-367B-4AED-9BF2-67B2F827F9C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4919" y="603849"/>
            <a:ext cx="3658673" cy="377837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xmlns="" id="{37907DAC-BE9B-4895-8186-9FC52DC9446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786996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xmlns="" id="{80C332E3-A652-4A98-8710-933ED8F95A9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930133" y="1953571"/>
            <a:ext cx="4095290" cy="3002616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" fmla="*/ 0 w 4495800"/>
              <a:gd name="connsiteY0" fmla="*/ 656948 h 3250005"/>
              <a:gd name="connsiteX1" fmla="*/ 2951085 w 4495800"/>
              <a:gd name="connsiteY1" fmla="*/ 0 h 3250005"/>
              <a:gd name="connsiteX2" fmla="*/ 4495800 w 4495800"/>
              <a:gd name="connsiteY2" fmla="*/ 3250005 h 3250005"/>
              <a:gd name="connsiteX3" fmla="*/ 0 w 4495800"/>
              <a:gd name="connsiteY3" fmla="*/ 3250005 h 3250005"/>
              <a:gd name="connsiteX4" fmla="*/ 0 w 4495800"/>
              <a:gd name="connsiteY4" fmla="*/ 656948 h 3250005"/>
              <a:gd name="connsiteX0" fmla="*/ 106532 w 4602332"/>
              <a:gd name="connsiteY0" fmla="*/ 656948 h 3250005"/>
              <a:gd name="connsiteX1" fmla="*/ 3057617 w 4602332"/>
              <a:gd name="connsiteY1" fmla="*/ 0 h 3250005"/>
              <a:gd name="connsiteX2" fmla="*/ 4602332 w 4602332"/>
              <a:gd name="connsiteY2" fmla="*/ 3250005 h 3250005"/>
              <a:gd name="connsiteX3" fmla="*/ 0 w 4602332"/>
              <a:gd name="connsiteY3" fmla="*/ 2584180 h 3250005"/>
              <a:gd name="connsiteX4" fmla="*/ 106532 w 4602332"/>
              <a:gd name="connsiteY4" fmla="*/ 656948 h 3250005"/>
              <a:gd name="connsiteX0" fmla="*/ 106532 w 3057617"/>
              <a:gd name="connsiteY0" fmla="*/ 656948 h 2584180"/>
              <a:gd name="connsiteX1" fmla="*/ 3057617 w 3057617"/>
              <a:gd name="connsiteY1" fmla="*/ 0 h 2584180"/>
              <a:gd name="connsiteX2" fmla="*/ 2196483 w 3057617"/>
              <a:gd name="connsiteY2" fmla="*/ 2122541 h 2584180"/>
              <a:gd name="connsiteX3" fmla="*/ 0 w 3057617"/>
              <a:gd name="connsiteY3" fmla="*/ 2584180 h 2584180"/>
              <a:gd name="connsiteX4" fmla="*/ 106532 w 3057617"/>
              <a:gd name="connsiteY4" fmla="*/ 656948 h 2584180"/>
              <a:gd name="connsiteX0" fmla="*/ 106532 w 3057617"/>
              <a:gd name="connsiteY0" fmla="*/ 656948 h 2681834"/>
              <a:gd name="connsiteX1" fmla="*/ 3057617 w 3057617"/>
              <a:gd name="connsiteY1" fmla="*/ 0 h 2681834"/>
              <a:gd name="connsiteX2" fmla="*/ 2897819 w 3057617"/>
              <a:gd name="connsiteY2" fmla="*/ 2681834 h 2681834"/>
              <a:gd name="connsiteX3" fmla="*/ 0 w 3057617"/>
              <a:gd name="connsiteY3" fmla="*/ 2584180 h 2681834"/>
              <a:gd name="connsiteX4" fmla="*/ 106532 w 3057617"/>
              <a:gd name="connsiteY4" fmla="*/ 656948 h 2681834"/>
              <a:gd name="connsiteX0" fmla="*/ 0 w 2951085"/>
              <a:gd name="connsiteY0" fmla="*/ 656948 h 2681834"/>
              <a:gd name="connsiteX1" fmla="*/ 2951085 w 2951085"/>
              <a:gd name="connsiteY1" fmla="*/ 0 h 2681834"/>
              <a:gd name="connsiteX2" fmla="*/ 2791287 w 2951085"/>
              <a:gd name="connsiteY2" fmla="*/ 2681834 h 2681834"/>
              <a:gd name="connsiteX3" fmla="*/ 594804 w 2951085"/>
              <a:gd name="connsiteY3" fmla="*/ 2335605 h 2681834"/>
              <a:gd name="connsiteX4" fmla="*/ 0 w 2951085"/>
              <a:gd name="connsiteY4" fmla="*/ 656948 h 2681834"/>
              <a:gd name="connsiteX0" fmla="*/ 115409 w 3066494"/>
              <a:gd name="connsiteY0" fmla="*/ 656948 h 2681834"/>
              <a:gd name="connsiteX1" fmla="*/ 3066494 w 3066494"/>
              <a:gd name="connsiteY1" fmla="*/ 0 h 2681834"/>
              <a:gd name="connsiteX2" fmla="*/ 2906696 w 3066494"/>
              <a:gd name="connsiteY2" fmla="*/ 2681834 h 2681834"/>
              <a:gd name="connsiteX3" fmla="*/ 0 w 3066494"/>
              <a:gd name="connsiteY3" fmla="*/ 2557547 h 2681834"/>
              <a:gd name="connsiteX4" fmla="*/ 115409 w 3066494"/>
              <a:gd name="connsiteY4" fmla="*/ 656948 h 2681834"/>
              <a:gd name="connsiteX0" fmla="*/ 115409 w 2906696"/>
              <a:gd name="connsiteY0" fmla="*/ 292964 h 2317850"/>
              <a:gd name="connsiteX1" fmla="*/ 2853430 w 2906696"/>
              <a:gd name="connsiteY1" fmla="*/ 0 h 2317850"/>
              <a:gd name="connsiteX2" fmla="*/ 2906696 w 2906696"/>
              <a:gd name="connsiteY2" fmla="*/ 2317850 h 2317850"/>
              <a:gd name="connsiteX3" fmla="*/ 0 w 2906696"/>
              <a:gd name="connsiteY3" fmla="*/ 2193563 h 2317850"/>
              <a:gd name="connsiteX4" fmla="*/ 115409 w 2906696"/>
              <a:gd name="connsiteY4" fmla="*/ 292964 h 2317850"/>
              <a:gd name="connsiteX0" fmla="*/ 115409 w 3057617"/>
              <a:gd name="connsiteY0" fmla="*/ 648071 h 2672957"/>
              <a:gd name="connsiteX1" fmla="*/ 3057617 w 3057617"/>
              <a:gd name="connsiteY1" fmla="*/ 0 h 2672957"/>
              <a:gd name="connsiteX2" fmla="*/ 2906696 w 3057617"/>
              <a:gd name="connsiteY2" fmla="*/ 2672957 h 2672957"/>
              <a:gd name="connsiteX3" fmla="*/ 0 w 3057617"/>
              <a:gd name="connsiteY3" fmla="*/ 2548670 h 2672957"/>
              <a:gd name="connsiteX4" fmla="*/ 115409 w 3057617"/>
              <a:gd name="connsiteY4" fmla="*/ 648071 h 2672957"/>
              <a:gd name="connsiteX0" fmla="*/ 115409 w 2971257"/>
              <a:gd name="connsiteY0" fmla="*/ 510911 h 2535797"/>
              <a:gd name="connsiteX1" fmla="*/ 2971257 w 2971257"/>
              <a:gd name="connsiteY1" fmla="*/ 0 h 2535797"/>
              <a:gd name="connsiteX2" fmla="*/ 2906696 w 2971257"/>
              <a:gd name="connsiteY2" fmla="*/ 2535797 h 2535797"/>
              <a:gd name="connsiteX3" fmla="*/ 0 w 2971257"/>
              <a:gd name="connsiteY3" fmla="*/ 2411510 h 2535797"/>
              <a:gd name="connsiteX4" fmla="*/ 115409 w 2971257"/>
              <a:gd name="connsiteY4" fmla="*/ 510911 h 2535797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0669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115409 w 3077937"/>
              <a:gd name="connsiteY0" fmla="*/ 668391 h 2568990"/>
              <a:gd name="connsiteX1" fmla="*/ 3077937 w 3077937"/>
              <a:gd name="connsiteY1" fmla="*/ 0 h 2568990"/>
              <a:gd name="connsiteX2" fmla="*/ 2769536 w 3077937"/>
              <a:gd name="connsiteY2" fmla="*/ 2535797 h 2568990"/>
              <a:gd name="connsiteX3" fmla="*/ 0 w 3077937"/>
              <a:gd name="connsiteY3" fmla="*/ 2568990 h 2568990"/>
              <a:gd name="connsiteX4" fmla="*/ 115409 w 3077937"/>
              <a:gd name="connsiteY4" fmla="*/ 668391 h 2568990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1685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0 w 2962528"/>
              <a:gd name="connsiteY0" fmla="*/ 668391 h 2693277"/>
              <a:gd name="connsiteX1" fmla="*/ 2962528 w 2962528"/>
              <a:gd name="connsiteY1" fmla="*/ 0 h 2693277"/>
              <a:gd name="connsiteX2" fmla="*/ 2801447 w 2962528"/>
              <a:gd name="connsiteY2" fmla="*/ 2693277 h 2693277"/>
              <a:gd name="connsiteX3" fmla="*/ 331631 w 2962528"/>
              <a:gd name="connsiteY3" fmla="*/ 2289590 h 2693277"/>
              <a:gd name="connsiteX4" fmla="*/ 0 w 2962528"/>
              <a:gd name="connsiteY4" fmla="*/ 668391 h 2693277"/>
              <a:gd name="connsiteX0" fmla="*/ 120489 w 3083017"/>
              <a:gd name="connsiteY0" fmla="*/ 66839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20489 w 3083017"/>
              <a:gd name="connsiteY4" fmla="*/ 668391 h 2693277"/>
              <a:gd name="connsiteX0" fmla="*/ 262729 w 3083017"/>
              <a:gd name="connsiteY0" fmla="*/ 84111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262729 w 3083017"/>
              <a:gd name="connsiteY4" fmla="*/ 841111 h 2693277"/>
              <a:gd name="connsiteX0" fmla="*/ 105249 w 3083017"/>
              <a:gd name="connsiteY0" fmla="*/ 70903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05249 w 3083017"/>
              <a:gd name="connsiteY4" fmla="*/ 709031 h 2693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xmlns="" id="{A2CAE86F-1D9F-4FF8-9467-90082F013CB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38403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3780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90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9" r:id="rId15"/>
    <p:sldLayoutId id="2147483688" r:id="rId16"/>
    <p:sldLayoutId id="2147483687" r:id="rId17"/>
    <p:sldLayoutId id="2147483671" r:id="rId18"/>
    <p:sldLayoutId id="2147483672" r:id="rId19"/>
    <p:sldLayoutId id="2147483691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03B4C724-0776-4328-8F0A-B72DA1579537}"/>
              </a:ext>
            </a:extLst>
          </p:cNvPr>
          <p:cNvSpPr txBox="1"/>
          <p:nvPr/>
        </p:nvSpPr>
        <p:spPr>
          <a:xfrm>
            <a:off x="0" y="2567238"/>
            <a:ext cx="12192000" cy="800219"/>
          </a:xfrm>
          <a:prstGeom prst="rect">
            <a:avLst/>
          </a:prstGeom>
          <a:solidFill>
            <a:schemeClr val="accent2">
              <a:lumMod val="50000"/>
            </a:schemeClr>
          </a:solidFill>
          <a:effectLst>
            <a:softEdge rad="127000"/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THEME: SQUASH TM</a:t>
            </a:r>
            <a:endParaRPr lang="ko-KR" alt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95003" y="4244080"/>
            <a:ext cx="3954483" cy="2554545"/>
          </a:xfrm>
          <a:prstGeom prst="rect">
            <a:avLst/>
          </a:prstGeom>
          <a:solidFill>
            <a:schemeClr val="bg2">
              <a:lumMod val="10000"/>
            </a:schemeClr>
          </a:solidFill>
          <a:effectLst>
            <a:glow rad="139700">
              <a:schemeClr val="accent2">
                <a:satMod val="175000"/>
                <a:alpha val="40000"/>
              </a:schemeClr>
            </a:glow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fr-CM" sz="20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 PAR:</a:t>
            </a:r>
          </a:p>
          <a:p>
            <a:endParaRPr lang="fr-CM" sz="20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CM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Raphael MONY</a:t>
            </a:r>
          </a:p>
          <a:p>
            <a:endParaRPr lang="fr-CM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CM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Hervé NOUBOUOSSIE</a:t>
            </a:r>
          </a:p>
          <a:p>
            <a:endParaRPr lang="fr-CM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CM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Lydie NGOUMGNIA</a:t>
            </a: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8914411" y="4244080"/>
            <a:ext cx="3277589" cy="707886"/>
          </a:xfrm>
          <a:prstGeom prst="rect">
            <a:avLst/>
          </a:prstGeom>
          <a:solidFill>
            <a:schemeClr val="bg2">
              <a:lumMod val="10000"/>
            </a:schemeClr>
          </a:solidFill>
          <a:effectLst>
            <a:glow rad="101600">
              <a:schemeClr val="accent2">
                <a:satMod val="175000"/>
                <a:alpha val="40000"/>
              </a:schemeClr>
            </a:glow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fr-CM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SUPERVISEUR: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CM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Frank BOREL</a:t>
            </a:r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177" y="1"/>
            <a:ext cx="1159822" cy="106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8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xmlns="" id="{9B4843AC-99B0-417C-989C-41A8CE709C60}"/>
              </a:ext>
            </a:extLst>
          </p:cNvPr>
          <p:cNvGrpSpPr/>
          <p:nvPr/>
        </p:nvGrpSpPr>
        <p:grpSpPr>
          <a:xfrm>
            <a:off x="176442" y="1309261"/>
            <a:ext cx="958096" cy="2959111"/>
            <a:chOff x="877087" y="589222"/>
            <a:chExt cx="958096" cy="35209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11D0A4A6-6371-42E9-8FFB-E6F7A57BB0C2}"/>
                </a:ext>
              </a:extLst>
            </p:cNvPr>
            <p:cNvSpPr txBox="1"/>
            <p:nvPr/>
          </p:nvSpPr>
          <p:spPr>
            <a:xfrm>
              <a:off x="877087" y="589222"/>
              <a:ext cx="958096" cy="769044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cs typeface="Arial" pitchFamily="34" charset="0"/>
                </a:rPr>
                <a:t>01</a:t>
              </a:r>
              <a:endParaRPr lang="ko-KR" altLang="en-US" sz="3600" b="1" dirty="0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274280BB-2B97-4D8A-B054-6F979823085A}"/>
                </a:ext>
              </a:extLst>
            </p:cNvPr>
            <p:cNvSpPr txBox="1"/>
            <p:nvPr/>
          </p:nvSpPr>
          <p:spPr>
            <a:xfrm>
              <a:off x="877087" y="1914699"/>
              <a:ext cx="958096" cy="769044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cs typeface="Arial" pitchFamily="34" charset="0"/>
                </a:rPr>
                <a:t>02</a:t>
              </a:r>
              <a:endParaRPr lang="ko-KR" altLang="en-US" sz="3600" b="1" dirty="0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D4216798-7234-42A3-8ED1-8ECD227B17E2}"/>
                </a:ext>
              </a:extLst>
            </p:cNvPr>
            <p:cNvSpPr txBox="1"/>
            <p:nvPr/>
          </p:nvSpPr>
          <p:spPr>
            <a:xfrm>
              <a:off x="877087" y="3341110"/>
              <a:ext cx="958096" cy="769044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cs typeface="Arial" pitchFamily="34" charset="0"/>
                </a:rPr>
                <a:t>03</a:t>
              </a:r>
              <a:endParaRPr lang="ko-KR" altLang="en-US" sz="3600" b="1" dirty="0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2" name="TextBox 32">
            <a:extLst>
              <a:ext uri="{FF2B5EF4-FFF2-40B4-BE49-F238E27FC236}">
                <a16:creationId xmlns:a16="http://schemas.microsoft.com/office/drawing/2014/main" xmlns="" id="{B22A5FBB-C23D-49B2-94E5-D3BEAFF4DD39}"/>
              </a:ext>
            </a:extLst>
          </p:cNvPr>
          <p:cNvSpPr txBox="1"/>
          <p:nvPr/>
        </p:nvSpPr>
        <p:spPr>
          <a:xfrm>
            <a:off x="1134538" y="1432371"/>
            <a:ext cx="3257865" cy="40011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</a:t>
            </a:r>
            <a:endParaRPr lang="ko-KR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32">
            <a:extLst>
              <a:ext uri="{FF2B5EF4-FFF2-40B4-BE49-F238E27FC236}">
                <a16:creationId xmlns:a16="http://schemas.microsoft.com/office/drawing/2014/main" xmlns="" id="{B22A5FBB-C23D-49B2-94E5-D3BEAFF4DD39}"/>
              </a:ext>
            </a:extLst>
          </p:cNvPr>
          <p:cNvSpPr txBox="1"/>
          <p:nvPr/>
        </p:nvSpPr>
        <p:spPr>
          <a:xfrm>
            <a:off x="1134538" y="2472440"/>
            <a:ext cx="4636870" cy="70788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M" altLang="ko-K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DE L’INTERFACE ET  SIMULATION</a:t>
            </a:r>
            <a:endParaRPr lang="ko-KR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32">
            <a:extLst>
              <a:ext uri="{FF2B5EF4-FFF2-40B4-BE49-F238E27FC236}">
                <a16:creationId xmlns:a16="http://schemas.microsoft.com/office/drawing/2014/main" xmlns="" id="{B22A5FBB-C23D-49B2-94E5-D3BEAFF4DD39}"/>
              </a:ext>
            </a:extLst>
          </p:cNvPr>
          <p:cNvSpPr txBox="1"/>
          <p:nvPr/>
        </p:nvSpPr>
        <p:spPr>
          <a:xfrm>
            <a:off x="1134538" y="3732419"/>
            <a:ext cx="3257865" cy="40011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M" altLang="ko-K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ko-KR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32">
            <a:extLst>
              <a:ext uri="{FF2B5EF4-FFF2-40B4-BE49-F238E27FC236}">
                <a16:creationId xmlns:a16="http://schemas.microsoft.com/office/drawing/2014/main" xmlns="" id="{B22A5FBB-C23D-49B2-94E5-D3BEAFF4DD39}"/>
              </a:ext>
            </a:extLst>
          </p:cNvPr>
          <p:cNvSpPr txBox="1"/>
          <p:nvPr/>
        </p:nvSpPr>
        <p:spPr>
          <a:xfrm>
            <a:off x="1" y="339431"/>
            <a:ext cx="5771407" cy="70788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CM" altLang="ko-K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PLAN</a:t>
            </a:r>
            <a:endParaRPr lang="ko-KR" alt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5" grpId="0" animBg="1"/>
      <p:bldP spid="5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24DE1D70-BDFC-42E1-8C87-2CF4739765D7}"/>
              </a:ext>
            </a:extLst>
          </p:cNvPr>
          <p:cNvSpPr txBox="1"/>
          <p:nvPr/>
        </p:nvSpPr>
        <p:spPr>
          <a:xfrm>
            <a:off x="8000881" y="2905772"/>
            <a:ext cx="2931986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centraliser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structurer des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activités de qualification d’un projet</a:t>
            </a:r>
            <a:endParaRPr lang="ko-KR" altLang="en-US" b="1" dirty="0">
              <a:solidFill>
                <a:schemeClr val="accent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A1FF5196-A3EC-47E4-875A-0A1B376A78B3}"/>
              </a:ext>
            </a:extLst>
          </p:cNvPr>
          <p:cNvSpPr txBox="1"/>
          <p:nvPr/>
        </p:nvSpPr>
        <p:spPr>
          <a:xfrm>
            <a:off x="7380610" y="5376209"/>
            <a:ext cx="2931985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concevoir des exigences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 cas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test, d’organiser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campagnes, et suivre les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</a:t>
            </a:r>
            <a:endParaRPr lang="ko-KR" altLang="en-US" dirty="0">
              <a:solidFill>
                <a:schemeClr val="accent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9165E663-89EC-4186-8ECA-360742FD62B2}"/>
              </a:ext>
            </a:extLst>
          </p:cNvPr>
          <p:cNvSpPr txBox="1"/>
          <p:nvPr/>
        </p:nvSpPr>
        <p:spPr>
          <a:xfrm>
            <a:off x="314063" y="2905772"/>
            <a:ext cx="2931988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S’intègre avec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outils tels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Jenkins, et aussi avec des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d’automatisation comme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Robot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Framework.</a:t>
            </a:r>
            <a:endParaRPr lang="ko-KR" altLang="en-US" dirty="0">
              <a:solidFill>
                <a:schemeClr val="accent3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B95BEBD7-C7F9-41C1-B9E9-DA71EE3E1700}"/>
              </a:ext>
            </a:extLst>
          </p:cNvPr>
          <p:cNvSpPr txBox="1"/>
          <p:nvPr/>
        </p:nvSpPr>
        <p:spPr>
          <a:xfrm>
            <a:off x="7303997" y="1252604"/>
            <a:ext cx="2931986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outil open source de gestion de 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tests</a:t>
            </a:r>
            <a:endParaRPr lang="ko-KR" altLang="en-US" b="1" dirty="0">
              <a:solidFill>
                <a:schemeClr val="accent5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5" name="Imag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787" y="2905772"/>
            <a:ext cx="2307751" cy="1314404"/>
          </a:xfrm>
          <a:prstGeom prst="rect">
            <a:avLst/>
          </a:prstGeom>
        </p:spPr>
      </p:pic>
      <p:sp>
        <p:nvSpPr>
          <p:cNvPr id="67" name="TextBox 32">
            <a:extLst>
              <a:ext uri="{FF2B5EF4-FFF2-40B4-BE49-F238E27FC236}">
                <a16:creationId xmlns:a16="http://schemas.microsoft.com/office/drawing/2014/main" xmlns="" id="{B22A5FBB-C23D-49B2-94E5-D3BEAFF4DD39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</a:t>
            </a:r>
            <a:endParaRPr lang="ko-KR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48">
            <a:extLst>
              <a:ext uri="{FF2B5EF4-FFF2-40B4-BE49-F238E27FC236}">
                <a16:creationId xmlns:a16="http://schemas.microsoft.com/office/drawing/2014/main" xmlns="" id="{24DE1D70-BDFC-42E1-8C87-2CF4739765D7}"/>
              </a:ext>
            </a:extLst>
          </p:cNvPr>
          <p:cNvSpPr txBox="1"/>
          <p:nvPr/>
        </p:nvSpPr>
        <p:spPr>
          <a:xfrm>
            <a:off x="1057761" y="1070205"/>
            <a:ext cx="2931986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M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Faciliter la collaboration entre testeurs, PO, développeurs, chefs de projet</a:t>
            </a:r>
          </a:p>
        </p:txBody>
      </p:sp>
      <p:sp>
        <p:nvSpPr>
          <p:cNvPr id="69" name="TextBox 51">
            <a:extLst>
              <a:ext uri="{FF2B5EF4-FFF2-40B4-BE49-F238E27FC236}">
                <a16:creationId xmlns:a16="http://schemas.microsoft.com/office/drawing/2014/main" xmlns="" id="{A1FF5196-A3EC-47E4-875A-0A1B376A78B3}"/>
              </a:ext>
            </a:extLst>
          </p:cNvPr>
          <p:cNvSpPr txBox="1"/>
          <p:nvPr/>
        </p:nvSpPr>
        <p:spPr>
          <a:xfrm>
            <a:off x="961150" y="5181368"/>
            <a:ext cx="2931985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fr-CM" altLang="ko-KR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L’installation: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CM" altLang="ko-KR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r>
              <a:rPr lang="fr-CM" altLang="ko-KR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Zip de Squash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CM" altLang="ko-KR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Postgre</a:t>
            </a:r>
            <a:r>
              <a:rPr lang="fr-CM" altLang="ko-KR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v-10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CM" altLang="ko-KR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Java dans ses variables d’environnement</a:t>
            </a:r>
            <a:endParaRPr lang="fr-CM" altLang="ko-KR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2" name="Block Arc 46">
            <a:extLst>
              <a:ext uri="{FF2B5EF4-FFF2-40B4-BE49-F238E27FC236}">
                <a16:creationId xmlns:a16="http://schemas.microsoft.com/office/drawing/2014/main" xmlns="" id="{E8C315ED-ACBE-4EBD-A7E6-F3FB280CF935}"/>
              </a:ext>
            </a:extLst>
          </p:cNvPr>
          <p:cNvSpPr/>
          <p:nvPr/>
        </p:nvSpPr>
        <p:spPr>
          <a:xfrm>
            <a:off x="2441314" y="878774"/>
            <a:ext cx="5263381" cy="5718506"/>
          </a:xfrm>
          <a:prstGeom prst="blockArc">
            <a:avLst>
              <a:gd name="adj1" fmla="val 18816148"/>
              <a:gd name="adj2" fmla="val 2680603"/>
              <a:gd name="adj3" fmla="val 1291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73" name="Block Arc 23">
            <a:extLst>
              <a:ext uri="{FF2B5EF4-FFF2-40B4-BE49-F238E27FC236}">
                <a16:creationId xmlns:a16="http://schemas.microsoft.com/office/drawing/2014/main" xmlns="" id="{E8131357-B94E-4F7E-BD94-73DB1886871B}"/>
              </a:ext>
            </a:extLst>
          </p:cNvPr>
          <p:cNvSpPr/>
          <p:nvPr/>
        </p:nvSpPr>
        <p:spPr>
          <a:xfrm flipH="1">
            <a:off x="3542237" y="952046"/>
            <a:ext cx="5263378" cy="5417277"/>
          </a:xfrm>
          <a:prstGeom prst="blockArc">
            <a:avLst>
              <a:gd name="adj1" fmla="val 18816148"/>
              <a:gd name="adj2" fmla="val 2680603"/>
              <a:gd name="adj3" fmla="val 1291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74" name="Oval 47">
            <a:extLst>
              <a:ext uri="{FF2B5EF4-FFF2-40B4-BE49-F238E27FC236}">
                <a16:creationId xmlns:a16="http://schemas.microsoft.com/office/drawing/2014/main" xmlns="" id="{3D2A0F78-E6A0-4646-8D87-BE5CC453694F}"/>
              </a:ext>
            </a:extLst>
          </p:cNvPr>
          <p:cNvSpPr/>
          <p:nvPr/>
        </p:nvSpPr>
        <p:spPr>
          <a:xfrm rot="19800000">
            <a:off x="6956766" y="1630756"/>
            <a:ext cx="368868" cy="318740"/>
          </a:xfrm>
          <a:prstGeom prst="hexagon">
            <a:avLst>
              <a:gd name="adj" fmla="val 25957"/>
              <a:gd name="vf" fmla="val 11547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5" name="Oval 47">
            <a:extLst>
              <a:ext uri="{FF2B5EF4-FFF2-40B4-BE49-F238E27FC236}">
                <a16:creationId xmlns:a16="http://schemas.microsoft.com/office/drawing/2014/main" xmlns="" id="{3D2A0F78-E6A0-4646-8D87-BE5CC453694F}"/>
              </a:ext>
            </a:extLst>
          </p:cNvPr>
          <p:cNvSpPr/>
          <p:nvPr/>
        </p:nvSpPr>
        <p:spPr>
          <a:xfrm rot="20082466">
            <a:off x="7662066" y="3430576"/>
            <a:ext cx="368868" cy="318740"/>
          </a:xfrm>
          <a:prstGeom prst="hexagon">
            <a:avLst>
              <a:gd name="adj" fmla="val 25957"/>
              <a:gd name="vf" fmla="val 11547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6" name="Oval 47">
            <a:extLst>
              <a:ext uri="{FF2B5EF4-FFF2-40B4-BE49-F238E27FC236}">
                <a16:creationId xmlns:a16="http://schemas.microsoft.com/office/drawing/2014/main" xmlns="" id="{3D2A0F78-E6A0-4646-8D87-BE5CC453694F}"/>
              </a:ext>
            </a:extLst>
          </p:cNvPr>
          <p:cNvSpPr/>
          <p:nvPr/>
        </p:nvSpPr>
        <p:spPr>
          <a:xfrm rot="20228271">
            <a:off x="7049726" y="5423552"/>
            <a:ext cx="368868" cy="318740"/>
          </a:xfrm>
          <a:prstGeom prst="hexagon">
            <a:avLst>
              <a:gd name="adj" fmla="val 25957"/>
              <a:gd name="vf" fmla="val 11547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7" name="Oval 47">
            <a:extLst>
              <a:ext uri="{FF2B5EF4-FFF2-40B4-BE49-F238E27FC236}">
                <a16:creationId xmlns:a16="http://schemas.microsoft.com/office/drawing/2014/main" xmlns="" id="{3D2A0F78-E6A0-4646-8D87-BE5CC453694F}"/>
              </a:ext>
            </a:extLst>
          </p:cNvPr>
          <p:cNvSpPr/>
          <p:nvPr/>
        </p:nvSpPr>
        <p:spPr>
          <a:xfrm rot="20082466">
            <a:off x="3931274" y="1631015"/>
            <a:ext cx="368868" cy="318740"/>
          </a:xfrm>
          <a:prstGeom prst="hexagon">
            <a:avLst>
              <a:gd name="adj" fmla="val 25957"/>
              <a:gd name="vf" fmla="val 11547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8" name="Oval 47">
            <a:extLst>
              <a:ext uri="{FF2B5EF4-FFF2-40B4-BE49-F238E27FC236}">
                <a16:creationId xmlns:a16="http://schemas.microsoft.com/office/drawing/2014/main" xmlns="" id="{3D2A0F78-E6A0-4646-8D87-BE5CC453694F}"/>
              </a:ext>
            </a:extLst>
          </p:cNvPr>
          <p:cNvSpPr/>
          <p:nvPr/>
        </p:nvSpPr>
        <p:spPr>
          <a:xfrm rot="20082466">
            <a:off x="3213458" y="3578656"/>
            <a:ext cx="368868" cy="318740"/>
          </a:xfrm>
          <a:prstGeom prst="hexagon">
            <a:avLst>
              <a:gd name="adj" fmla="val 25957"/>
              <a:gd name="vf" fmla="val 11547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9" name="Oval 47">
            <a:extLst>
              <a:ext uri="{FF2B5EF4-FFF2-40B4-BE49-F238E27FC236}">
                <a16:creationId xmlns:a16="http://schemas.microsoft.com/office/drawing/2014/main" xmlns="" id="{3D2A0F78-E6A0-4646-8D87-BE5CC453694F}"/>
              </a:ext>
            </a:extLst>
          </p:cNvPr>
          <p:cNvSpPr/>
          <p:nvPr/>
        </p:nvSpPr>
        <p:spPr>
          <a:xfrm rot="20082466">
            <a:off x="3862172" y="5294465"/>
            <a:ext cx="368868" cy="318740"/>
          </a:xfrm>
          <a:prstGeom prst="hexagon">
            <a:avLst>
              <a:gd name="adj" fmla="val 25957"/>
              <a:gd name="vf" fmla="val 11547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127922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2" grpId="0" animBg="1"/>
      <p:bldP spid="55" grpId="0" animBg="1"/>
      <p:bldP spid="61" grpId="0" animBg="1"/>
      <p:bldP spid="68" grpId="0" animBg="1"/>
      <p:bldP spid="69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32">
            <a:extLst>
              <a:ext uri="{FF2B5EF4-FFF2-40B4-BE49-F238E27FC236}">
                <a16:creationId xmlns:a16="http://schemas.microsoft.com/office/drawing/2014/main" xmlns="" id="{B22A5FBB-C23D-49B2-94E5-D3BEAFF4DD39}"/>
              </a:ext>
            </a:extLst>
          </p:cNvPr>
          <p:cNvSpPr txBox="1"/>
          <p:nvPr/>
        </p:nvSpPr>
        <p:spPr>
          <a:xfrm>
            <a:off x="0" y="1"/>
            <a:ext cx="12192000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M" altLang="ko-K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DE L’INTERFACE ET  </a:t>
            </a:r>
            <a:r>
              <a:rPr lang="fr-CM" altLang="ko-K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8">
            <a:extLst>
              <a:ext uri="{FF2B5EF4-FFF2-40B4-BE49-F238E27FC236}">
                <a16:creationId xmlns="" xmlns:a16="http://schemas.microsoft.com/office/drawing/2014/main" id="{3D05A1D1-525C-405B-8A85-B647B29AC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" y="776890"/>
            <a:ext cx="12061371" cy="5932668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2" name="Ellipse 1"/>
          <p:cNvSpPr/>
          <p:nvPr/>
        </p:nvSpPr>
        <p:spPr>
          <a:xfrm>
            <a:off x="9108374" y="5961413"/>
            <a:ext cx="2624447" cy="629393"/>
          </a:xfrm>
          <a:prstGeom prst="ellipse">
            <a:avLst/>
          </a:prstGeom>
          <a:solidFill>
            <a:srgbClr val="F2F4F7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2F4F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9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32">
            <a:extLst>
              <a:ext uri="{FF2B5EF4-FFF2-40B4-BE49-F238E27FC236}">
                <a16:creationId xmlns:a16="http://schemas.microsoft.com/office/drawing/2014/main" xmlns="" id="{B22A5FBB-C23D-49B2-94E5-D3BEAFF4DD39}"/>
              </a:ext>
            </a:extLst>
          </p:cNvPr>
          <p:cNvSpPr txBox="1"/>
          <p:nvPr/>
        </p:nvSpPr>
        <p:spPr>
          <a:xfrm>
            <a:off x="0" y="1"/>
            <a:ext cx="12192000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M" altLang="ko-K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ko-KR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1">
            <a:extLst>
              <a:ext uri="{FF2B5EF4-FFF2-40B4-BE49-F238E27FC236}">
                <a16:creationId xmlns:a16="http://schemas.microsoft.com/office/drawing/2014/main" xmlns="" id="{D1B67E9C-E3DA-458D-BE13-81E2814D16FB}"/>
              </a:ext>
            </a:extLst>
          </p:cNvPr>
          <p:cNvGrpSpPr/>
          <p:nvPr/>
        </p:nvGrpSpPr>
        <p:grpSpPr>
          <a:xfrm>
            <a:off x="670706" y="532217"/>
            <a:ext cx="548637" cy="1819098"/>
            <a:chOff x="3942094" y="-1847"/>
            <a:chExt cx="762976" cy="3863294"/>
          </a:xfrm>
          <a:solidFill>
            <a:srgbClr val="FFD598"/>
          </a:solidFill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xmlns="" id="{B8A292E7-08A2-4D97-938B-4FFDF6321ACD}"/>
                </a:ext>
              </a:extLst>
            </p:cNvPr>
            <p:cNvSpPr/>
            <p:nvPr/>
          </p:nvSpPr>
          <p:spPr>
            <a:xfrm>
              <a:off x="4288244" y="-1847"/>
              <a:ext cx="72000" cy="26517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3">
              <a:extLst>
                <a:ext uri="{FF2B5EF4-FFF2-40B4-BE49-F238E27FC236}">
                  <a16:creationId xmlns:a16="http://schemas.microsoft.com/office/drawing/2014/main" xmlns="" id="{1AEB12E2-127B-4FA9-8129-F58611CE58DE}"/>
                </a:ext>
              </a:extLst>
            </p:cNvPr>
            <p:cNvSpPr/>
            <p:nvPr/>
          </p:nvSpPr>
          <p:spPr>
            <a:xfrm rot="5400000" flipH="1">
              <a:off x="3694759" y="2851136"/>
              <a:ext cx="1257646" cy="762976"/>
            </a:xfrm>
            <a:custGeom>
              <a:avLst/>
              <a:gdLst>
                <a:gd name="connsiteX0" fmla="*/ 782320 w 1075004"/>
                <a:gd name="connsiteY0" fmla="*/ 253919 h 652173"/>
                <a:gd name="connsiteX1" fmla="*/ 763875 w 1075004"/>
                <a:gd name="connsiteY1" fmla="*/ 269396 h 652173"/>
                <a:gd name="connsiteX2" fmla="*/ 421371 w 1075004"/>
                <a:gd name="connsiteY2" fmla="*/ 239431 h 652173"/>
                <a:gd name="connsiteX3" fmla="*/ 421370 w 1075004"/>
                <a:gd name="connsiteY3" fmla="*/ 253854 h 652173"/>
                <a:gd name="connsiteX4" fmla="*/ 447078 w 1075004"/>
                <a:gd name="connsiteY4" fmla="*/ 253854 h 652173"/>
                <a:gd name="connsiteX5" fmla="*/ 464104 w 1075004"/>
                <a:gd name="connsiteY5" fmla="*/ 270880 h 652173"/>
                <a:gd name="connsiteX6" fmla="*/ 464104 w 1075004"/>
                <a:gd name="connsiteY6" fmla="*/ 270879 h 652173"/>
                <a:gd name="connsiteX7" fmla="*/ 447079 w 1075004"/>
                <a:gd name="connsiteY7" fmla="*/ 287905 h 652173"/>
                <a:gd name="connsiteX8" fmla="*/ 421371 w 1075004"/>
                <a:gd name="connsiteY8" fmla="*/ 287905 h 652173"/>
                <a:gd name="connsiteX9" fmla="*/ 421371 w 1075004"/>
                <a:gd name="connsiteY9" fmla="*/ 311227 h 652173"/>
                <a:gd name="connsiteX10" fmla="*/ 447078 w 1075004"/>
                <a:gd name="connsiteY10" fmla="*/ 311227 h 652173"/>
                <a:gd name="connsiteX11" fmla="*/ 464104 w 1075004"/>
                <a:gd name="connsiteY11" fmla="*/ 328253 h 652173"/>
                <a:gd name="connsiteX12" fmla="*/ 464104 w 1075004"/>
                <a:gd name="connsiteY12" fmla="*/ 328253 h 652173"/>
                <a:gd name="connsiteX13" fmla="*/ 447079 w 1075004"/>
                <a:gd name="connsiteY13" fmla="*/ 345279 h 652173"/>
                <a:gd name="connsiteX14" fmla="*/ 421371 w 1075004"/>
                <a:gd name="connsiteY14" fmla="*/ 345279 h 652173"/>
                <a:gd name="connsiteX15" fmla="*/ 421371 w 1075004"/>
                <a:gd name="connsiteY15" fmla="*/ 368601 h 652173"/>
                <a:gd name="connsiteX16" fmla="*/ 447078 w 1075004"/>
                <a:gd name="connsiteY16" fmla="*/ 368601 h 652173"/>
                <a:gd name="connsiteX17" fmla="*/ 464104 w 1075004"/>
                <a:gd name="connsiteY17" fmla="*/ 385627 h 652173"/>
                <a:gd name="connsiteX18" fmla="*/ 464104 w 1075004"/>
                <a:gd name="connsiteY18" fmla="*/ 385627 h 652173"/>
                <a:gd name="connsiteX19" fmla="*/ 447079 w 1075004"/>
                <a:gd name="connsiteY19" fmla="*/ 402653 h 652173"/>
                <a:gd name="connsiteX20" fmla="*/ 421371 w 1075004"/>
                <a:gd name="connsiteY20" fmla="*/ 402653 h 652173"/>
                <a:gd name="connsiteX21" fmla="*/ 421370 w 1075004"/>
                <a:gd name="connsiteY21" fmla="*/ 417162 h 652173"/>
                <a:gd name="connsiteX22" fmla="*/ 762268 w 1075004"/>
                <a:gd name="connsiteY22" fmla="*/ 381333 h 652173"/>
                <a:gd name="connsiteX23" fmla="*/ 780980 w 1075004"/>
                <a:gd name="connsiteY23" fmla="*/ 396486 h 652173"/>
                <a:gd name="connsiteX24" fmla="*/ 765828 w 1075004"/>
                <a:gd name="connsiteY24" fmla="*/ 415197 h 652173"/>
                <a:gd name="connsiteX25" fmla="*/ 415893 w 1075004"/>
                <a:gd name="connsiteY25" fmla="*/ 451977 h 652173"/>
                <a:gd name="connsiteX26" fmla="*/ 397181 w 1075004"/>
                <a:gd name="connsiteY26" fmla="*/ 436824 h 652173"/>
                <a:gd name="connsiteX27" fmla="*/ 398889 w 1075004"/>
                <a:gd name="connsiteY27" fmla="*/ 431060 h 652173"/>
                <a:gd name="connsiteX28" fmla="*/ 398669 w 1075004"/>
                <a:gd name="connsiteY28" fmla="*/ 430531 h 652173"/>
                <a:gd name="connsiteX29" fmla="*/ 398669 w 1075004"/>
                <a:gd name="connsiteY29" fmla="*/ 402653 h 652173"/>
                <a:gd name="connsiteX30" fmla="*/ 372962 w 1075004"/>
                <a:gd name="connsiteY30" fmla="*/ 402653 h 652173"/>
                <a:gd name="connsiteX31" fmla="*/ 355936 w 1075004"/>
                <a:gd name="connsiteY31" fmla="*/ 385627 h 652173"/>
                <a:gd name="connsiteX32" fmla="*/ 372962 w 1075004"/>
                <a:gd name="connsiteY32" fmla="*/ 368601 h 652173"/>
                <a:gd name="connsiteX33" fmla="*/ 398669 w 1075004"/>
                <a:gd name="connsiteY33" fmla="*/ 368601 h 652173"/>
                <a:gd name="connsiteX34" fmla="*/ 398670 w 1075004"/>
                <a:gd name="connsiteY34" fmla="*/ 345279 h 652173"/>
                <a:gd name="connsiteX35" fmla="*/ 372962 w 1075004"/>
                <a:gd name="connsiteY35" fmla="*/ 345279 h 652173"/>
                <a:gd name="connsiteX36" fmla="*/ 355936 w 1075004"/>
                <a:gd name="connsiteY36" fmla="*/ 328253 h 652173"/>
                <a:gd name="connsiteX37" fmla="*/ 372962 w 1075004"/>
                <a:gd name="connsiteY37" fmla="*/ 311228 h 652173"/>
                <a:gd name="connsiteX38" fmla="*/ 398669 w 1075004"/>
                <a:gd name="connsiteY38" fmla="*/ 311227 h 652173"/>
                <a:gd name="connsiteX39" fmla="*/ 398669 w 1075004"/>
                <a:gd name="connsiteY39" fmla="*/ 287905 h 652173"/>
                <a:gd name="connsiteX40" fmla="*/ 372962 w 1075004"/>
                <a:gd name="connsiteY40" fmla="*/ 287905 h 652173"/>
                <a:gd name="connsiteX41" fmla="*/ 355936 w 1075004"/>
                <a:gd name="connsiteY41" fmla="*/ 270880 h 652173"/>
                <a:gd name="connsiteX42" fmla="*/ 372962 w 1075004"/>
                <a:gd name="connsiteY42" fmla="*/ 253854 h 652173"/>
                <a:gd name="connsiteX43" fmla="*/ 398670 w 1075004"/>
                <a:gd name="connsiteY43" fmla="*/ 253854 h 652173"/>
                <a:gd name="connsiteX44" fmla="*/ 398670 w 1075004"/>
                <a:gd name="connsiteY44" fmla="*/ 226224 h 652173"/>
                <a:gd name="connsiteX45" fmla="*/ 399282 w 1075004"/>
                <a:gd name="connsiteY45" fmla="*/ 224745 h 652173"/>
                <a:gd name="connsiteX46" fmla="*/ 397876 w 1075004"/>
                <a:gd name="connsiteY46" fmla="*/ 220285 h 652173"/>
                <a:gd name="connsiteX47" fmla="*/ 416321 w 1075004"/>
                <a:gd name="connsiteY47" fmla="*/ 204807 h 652173"/>
                <a:gd name="connsiteX48" fmla="*/ 766843 w 1075004"/>
                <a:gd name="connsiteY48" fmla="*/ 235474 h 652173"/>
                <a:gd name="connsiteX49" fmla="*/ 782320 w 1075004"/>
                <a:gd name="connsiteY49" fmla="*/ 253919 h 652173"/>
                <a:gd name="connsiteX50" fmla="*/ 787242 w 1075004"/>
                <a:gd name="connsiteY50" fmla="*/ 326087 h 652173"/>
                <a:gd name="connsiteX51" fmla="*/ 785600 w 1075004"/>
                <a:gd name="connsiteY51" fmla="*/ 324445 h 652173"/>
                <a:gd name="connsiteX52" fmla="*/ 785600 w 1075004"/>
                <a:gd name="connsiteY52" fmla="*/ 237207 h 652173"/>
                <a:gd name="connsiteX53" fmla="*/ 722116 w 1075004"/>
                <a:gd name="connsiteY53" fmla="*/ 173722 h 652173"/>
                <a:gd name="connsiteX54" fmla="*/ 634876 w 1075004"/>
                <a:gd name="connsiteY54" fmla="*/ 173722 h 652173"/>
                <a:gd name="connsiteX55" fmla="*/ 556664 w 1075004"/>
                <a:gd name="connsiteY55" fmla="*/ 95509 h 652173"/>
                <a:gd name="connsiteX56" fmla="*/ 95508 w 1075004"/>
                <a:gd name="connsiteY56" fmla="*/ 95509 h 652173"/>
                <a:gd name="connsiteX57" fmla="*/ 0 w 1075004"/>
                <a:gd name="connsiteY57" fmla="*/ 326087 h 652173"/>
                <a:gd name="connsiteX58" fmla="*/ 95508 w 1075004"/>
                <a:gd name="connsiteY58" fmla="*/ 556665 h 652173"/>
                <a:gd name="connsiteX59" fmla="*/ 556665 w 1075004"/>
                <a:gd name="connsiteY59" fmla="*/ 556665 h 652173"/>
                <a:gd name="connsiteX60" fmla="*/ 634877 w 1075004"/>
                <a:gd name="connsiteY60" fmla="*/ 478452 h 652173"/>
                <a:gd name="connsiteX61" fmla="*/ 722116 w 1075004"/>
                <a:gd name="connsiteY61" fmla="*/ 478453 h 652173"/>
                <a:gd name="connsiteX62" fmla="*/ 785600 w 1075004"/>
                <a:gd name="connsiteY62" fmla="*/ 414968 h 652173"/>
                <a:gd name="connsiteX63" fmla="*/ 785600 w 1075004"/>
                <a:gd name="connsiteY63" fmla="*/ 327729 h 652173"/>
                <a:gd name="connsiteX64" fmla="*/ 893383 w 1075004"/>
                <a:gd name="connsiteY64" fmla="*/ 437430 h 652173"/>
                <a:gd name="connsiteX65" fmla="*/ 893383 w 1075004"/>
                <a:gd name="connsiteY65" fmla="*/ 214743 h 652173"/>
                <a:gd name="connsiteX66" fmla="*/ 864082 w 1075004"/>
                <a:gd name="connsiteY66" fmla="*/ 185442 h 652173"/>
                <a:gd name="connsiteX67" fmla="*/ 834781 w 1075004"/>
                <a:gd name="connsiteY67" fmla="*/ 214743 h 652173"/>
                <a:gd name="connsiteX68" fmla="*/ 834781 w 1075004"/>
                <a:gd name="connsiteY68" fmla="*/ 437431 h 652173"/>
                <a:gd name="connsiteX69" fmla="*/ 864082 w 1075004"/>
                <a:gd name="connsiteY69" fmla="*/ 466732 h 652173"/>
                <a:gd name="connsiteX70" fmla="*/ 864082 w 1075004"/>
                <a:gd name="connsiteY70" fmla="*/ 466731 h 652173"/>
                <a:gd name="connsiteX71" fmla="*/ 893383 w 1075004"/>
                <a:gd name="connsiteY71" fmla="*/ 437430 h 652173"/>
                <a:gd name="connsiteX72" fmla="*/ 984194 w 1075004"/>
                <a:gd name="connsiteY72" fmla="*/ 425710 h 652173"/>
                <a:gd name="connsiteX73" fmla="*/ 984193 w 1075004"/>
                <a:gd name="connsiteY73" fmla="*/ 226464 h 652173"/>
                <a:gd name="connsiteX74" fmla="*/ 954893 w 1075004"/>
                <a:gd name="connsiteY74" fmla="*/ 197162 h 652173"/>
                <a:gd name="connsiteX75" fmla="*/ 925591 w 1075004"/>
                <a:gd name="connsiteY75" fmla="*/ 226464 h 652173"/>
                <a:gd name="connsiteX76" fmla="*/ 925591 w 1075004"/>
                <a:gd name="connsiteY76" fmla="*/ 425710 h 652173"/>
                <a:gd name="connsiteX77" fmla="*/ 954893 w 1075004"/>
                <a:gd name="connsiteY77" fmla="*/ 455012 h 652173"/>
                <a:gd name="connsiteX78" fmla="*/ 954893 w 1075004"/>
                <a:gd name="connsiteY78" fmla="*/ 455011 h 652173"/>
                <a:gd name="connsiteX79" fmla="*/ 984194 w 1075004"/>
                <a:gd name="connsiteY79" fmla="*/ 425710 h 652173"/>
                <a:gd name="connsiteX80" fmla="*/ 1075004 w 1075004"/>
                <a:gd name="connsiteY80" fmla="*/ 402269 h 652173"/>
                <a:gd name="connsiteX81" fmla="*/ 1075004 w 1075004"/>
                <a:gd name="connsiteY81" fmla="*/ 249904 h 652173"/>
                <a:gd name="connsiteX82" fmla="*/ 1045703 w 1075004"/>
                <a:gd name="connsiteY82" fmla="*/ 220603 h 652173"/>
                <a:gd name="connsiteX83" fmla="*/ 1016402 w 1075004"/>
                <a:gd name="connsiteY83" fmla="*/ 249904 h 652173"/>
                <a:gd name="connsiteX84" fmla="*/ 1016402 w 1075004"/>
                <a:gd name="connsiteY84" fmla="*/ 402269 h 652173"/>
                <a:gd name="connsiteX85" fmla="*/ 1045703 w 1075004"/>
                <a:gd name="connsiteY85" fmla="*/ 431570 h 652173"/>
                <a:gd name="connsiteX86" fmla="*/ 1045703 w 1075004"/>
                <a:gd name="connsiteY86" fmla="*/ 431570 h 652173"/>
                <a:gd name="connsiteX87" fmla="*/ 1075004 w 1075004"/>
                <a:gd name="connsiteY87" fmla="*/ 402269 h 652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075004" h="652173">
                  <a:moveTo>
                    <a:pt x="782320" y="253919"/>
                  </a:moveTo>
                  <a:cubicBezTo>
                    <a:pt x="781500" y="263286"/>
                    <a:pt x="773242" y="270216"/>
                    <a:pt x="763875" y="269396"/>
                  </a:cubicBezTo>
                  <a:cubicBezTo>
                    <a:pt x="649707" y="259408"/>
                    <a:pt x="535539" y="249420"/>
                    <a:pt x="421371" y="239431"/>
                  </a:cubicBezTo>
                  <a:lnTo>
                    <a:pt x="421370" y="253854"/>
                  </a:lnTo>
                  <a:lnTo>
                    <a:pt x="447078" y="253854"/>
                  </a:lnTo>
                  <a:cubicBezTo>
                    <a:pt x="456482" y="253853"/>
                    <a:pt x="464104" y="261477"/>
                    <a:pt x="464104" y="270880"/>
                  </a:cubicBezTo>
                  <a:lnTo>
                    <a:pt x="464104" y="270879"/>
                  </a:lnTo>
                  <a:cubicBezTo>
                    <a:pt x="464104" y="280282"/>
                    <a:pt x="456482" y="287905"/>
                    <a:pt x="447079" y="287905"/>
                  </a:cubicBezTo>
                  <a:cubicBezTo>
                    <a:pt x="438509" y="287905"/>
                    <a:pt x="429940" y="287905"/>
                    <a:pt x="421371" y="287905"/>
                  </a:cubicBezTo>
                  <a:lnTo>
                    <a:pt x="421371" y="311227"/>
                  </a:lnTo>
                  <a:lnTo>
                    <a:pt x="447078" y="311227"/>
                  </a:lnTo>
                  <a:cubicBezTo>
                    <a:pt x="456482" y="311227"/>
                    <a:pt x="464104" y="318850"/>
                    <a:pt x="464104" y="328253"/>
                  </a:cubicBezTo>
                  <a:lnTo>
                    <a:pt x="464104" y="328253"/>
                  </a:lnTo>
                  <a:cubicBezTo>
                    <a:pt x="464104" y="337655"/>
                    <a:pt x="456482" y="345279"/>
                    <a:pt x="447079" y="345279"/>
                  </a:cubicBezTo>
                  <a:cubicBezTo>
                    <a:pt x="438510" y="345279"/>
                    <a:pt x="429940" y="345279"/>
                    <a:pt x="421371" y="345279"/>
                  </a:cubicBezTo>
                  <a:lnTo>
                    <a:pt x="421371" y="368601"/>
                  </a:lnTo>
                  <a:lnTo>
                    <a:pt x="447078" y="368601"/>
                  </a:lnTo>
                  <a:cubicBezTo>
                    <a:pt x="456482" y="368601"/>
                    <a:pt x="464104" y="376224"/>
                    <a:pt x="464104" y="385627"/>
                  </a:cubicBezTo>
                  <a:lnTo>
                    <a:pt x="464104" y="385627"/>
                  </a:lnTo>
                  <a:cubicBezTo>
                    <a:pt x="464104" y="395030"/>
                    <a:pt x="456481" y="402652"/>
                    <a:pt x="447079" y="402653"/>
                  </a:cubicBezTo>
                  <a:cubicBezTo>
                    <a:pt x="438509" y="402653"/>
                    <a:pt x="429940" y="402652"/>
                    <a:pt x="421371" y="402653"/>
                  </a:cubicBezTo>
                  <a:lnTo>
                    <a:pt x="421370" y="417162"/>
                  </a:lnTo>
                  <a:lnTo>
                    <a:pt x="762268" y="381333"/>
                  </a:lnTo>
                  <a:cubicBezTo>
                    <a:pt x="771619" y="380350"/>
                    <a:pt x="779997" y="387134"/>
                    <a:pt x="780980" y="396486"/>
                  </a:cubicBezTo>
                  <a:cubicBezTo>
                    <a:pt x="781963" y="405837"/>
                    <a:pt x="775179" y="414214"/>
                    <a:pt x="765828" y="415197"/>
                  </a:cubicBezTo>
                  <a:cubicBezTo>
                    <a:pt x="649182" y="427457"/>
                    <a:pt x="532538" y="439718"/>
                    <a:pt x="415893" y="451977"/>
                  </a:cubicBezTo>
                  <a:cubicBezTo>
                    <a:pt x="406541" y="452960"/>
                    <a:pt x="398164" y="446176"/>
                    <a:pt x="397181" y="436824"/>
                  </a:cubicBezTo>
                  <a:cubicBezTo>
                    <a:pt x="396959" y="434720"/>
                    <a:pt x="397132" y="432665"/>
                    <a:pt x="398889" y="431060"/>
                  </a:cubicBezTo>
                  <a:lnTo>
                    <a:pt x="398669" y="430531"/>
                  </a:lnTo>
                  <a:lnTo>
                    <a:pt x="398669" y="402653"/>
                  </a:lnTo>
                  <a:lnTo>
                    <a:pt x="372962" y="402653"/>
                  </a:lnTo>
                  <a:cubicBezTo>
                    <a:pt x="363559" y="402653"/>
                    <a:pt x="355936" y="395031"/>
                    <a:pt x="355936" y="385627"/>
                  </a:cubicBezTo>
                  <a:cubicBezTo>
                    <a:pt x="355936" y="376224"/>
                    <a:pt x="363559" y="368601"/>
                    <a:pt x="372962" y="368601"/>
                  </a:cubicBezTo>
                  <a:lnTo>
                    <a:pt x="398669" y="368601"/>
                  </a:lnTo>
                  <a:lnTo>
                    <a:pt x="398670" y="345279"/>
                  </a:lnTo>
                  <a:lnTo>
                    <a:pt x="372962" y="345279"/>
                  </a:lnTo>
                  <a:cubicBezTo>
                    <a:pt x="363559" y="345279"/>
                    <a:pt x="355937" y="337656"/>
                    <a:pt x="355936" y="328253"/>
                  </a:cubicBezTo>
                  <a:cubicBezTo>
                    <a:pt x="355937" y="318850"/>
                    <a:pt x="363559" y="311227"/>
                    <a:pt x="372962" y="311228"/>
                  </a:cubicBezTo>
                  <a:lnTo>
                    <a:pt x="398669" y="311227"/>
                  </a:lnTo>
                  <a:lnTo>
                    <a:pt x="398669" y="287905"/>
                  </a:lnTo>
                  <a:lnTo>
                    <a:pt x="372962" y="287905"/>
                  </a:lnTo>
                  <a:cubicBezTo>
                    <a:pt x="363559" y="287905"/>
                    <a:pt x="355936" y="280283"/>
                    <a:pt x="355936" y="270880"/>
                  </a:cubicBezTo>
                  <a:cubicBezTo>
                    <a:pt x="355936" y="261477"/>
                    <a:pt x="363559" y="253854"/>
                    <a:pt x="372962" y="253854"/>
                  </a:cubicBezTo>
                  <a:lnTo>
                    <a:pt x="398670" y="253854"/>
                  </a:lnTo>
                  <a:lnTo>
                    <a:pt x="398670" y="226224"/>
                  </a:lnTo>
                  <a:cubicBezTo>
                    <a:pt x="398670" y="225699"/>
                    <a:pt x="398705" y="225182"/>
                    <a:pt x="399282" y="224745"/>
                  </a:cubicBezTo>
                  <a:lnTo>
                    <a:pt x="397876" y="220285"/>
                  </a:lnTo>
                  <a:cubicBezTo>
                    <a:pt x="398695" y="210917"/>
                    <a:pt x="406953" y="203988"/>
                    <a:pt x="416321" y="204807"/>
                  </a:cubicBezTo>
                  <a:lnTo>
                    <a:pt x="766843" y="235474"/>
                  </a:lnTo>
                  <a:cubicBezTo>
                    <a:pt x="776210" y="236294"/>
                    <a:pt x="783140" y="244551"/>
                    <a:pt x="782320" y="253919"/>
                  </a:cubicBezTo>
                  <a:close/>
                  <a:moveTo>
                    <a:pt x="787242" y="326087"/>
                  </a:moveTo>
                  <a:lnTo>
                    <a:pt x="785600" y="324445"/>
                  </a:lnTo>
                  <a:lnTo>
                    <a:pt x="785600" y="237207"/>
                  </a:lnTo>
                  <a:cubicBezTo>
                    <a:pt x="785600" y="202145"/>
                    <a:pt x="757177" y="173722"/>
                    <a:pt x="722116" y="173722"/>
                  </a:cubicBezTo>
                  <a:lnTo>
                    <a:pt x="634876" y="173722"/>
                  </a:lnTo>
                  <a:cubicBezTo>
                    <a:pt x="608806" y="147651"/>
                    <a:pt x="582735" y="121579"/>
                    <a:pt x="556664" y="95509"/>
                  </a:cubicBezTo>
                  <a:cubicBezTo>
                    <a:pt x="429319" y="-31836"/>
                    <a:pt x="222853" y="-31836"/>
                    <a:pt x="95508" y="95509"/>
                  </a:cubicBezTo>
                  <a:cubicBezTo>
                    <a:pt x="31836" y="159181"/>
                    <a:pt x="0" y="242634"/>
                    <a:pt x="0" y="326087"/>
                  </a:cubicBezTo>
                  <a:cubicBezTo>
                    <a:pt x="0" y="409540"/>
                    <a:pt x="31836" y="492992"/>
                    <a:pt x="95508" y="556665"/>
                  </a:cubicBezTo>
                  <a:cubicBezTo>
                    <a:pt x="222853" y="684010"/>
                    <a:pt x="429320" y="684010"/>
                    <a:pt x="556665" y="556665"/>
                  </a:cubicBezTo>
                  <a:lnTo>
                    <a:pt x="634877" y="478452"/>
                  </a:lnTo>
                  <a:lnTo>
                    <a:pt x="722116" y="478453"/>
                  </a:lnTo>
                  <a:cubicBezTo>
                    <a:pt x="757178" y="478452"/>
                    <a:pt x="785600" y="450030"/>
                    <a:pt x="785600" y="414968"/>
                  </a:cubicBezTo>
                  <a:lnTo>
                    <a:pt x="785600" y="327729"/>
                  </a:lnTo>
                  <a:close/>
                  <a:moveTo>
                    <a:pt x="893383" y="437430"/>
                  </a:moveTo>
                  <a:lnTo>
                    <a:pt x="893383" y="214743"/>
                  </a:lnTo>
                  <a:cubicBezTo>
                    <a:pt x="893383" y="198561"/>
                    <a:pt x="880265" y="185442"/>
                    <a:pt x="864082" y="185442"/>
                  </a:cubicBezTo>
                  <a:cubicBezTo>
                    <a:pt x="847900" y="185442"/>
                    <a:pt x="834781" y="198561"/>
                    <a:pt x="834781" y="214743"/>
                  </a:cubicBezTo>
                  <a:lnTo>
                    <a:pt x="834781" y="437431"/>
                  </a:lnTo>
                  <a:cubicBezTo>
                    <a:pt x="834781" y="453613"/>
                    <a:pt x="847900" y="466732"/>
                    <a:pt x="864082" y="466732"/>
                  </a:cubicBezTo>
                  <a:lnTo>
                    <a:pt x="864082" y="466731"/>
                  </a:lnTo>
                  <a:cubicBezTo>
                    <a:pt x="880265" y="466731"/>
                    <a:pt x="893383" y="453613"/>
                    <a:pt x="893383" y="437430"/>
                  </a:cubicBezTo>
                  <a:close/>
                  <a:moveTo>
                    <a:pt x="984194" y="425710"/>
                  </a:moveTo>
                  <a:lnTo>
                    <a:pt x="984193" y="226464"/>
                  </a:lnTo>
                  <a:cubicBezTo>
                    <a:pt x="984193" y="210281"/>
                    <a:pt x="971075" y="197163"/>
                    <a:pt x="954893" y="197162"/>
                  </a:cubicBezTo>
                  <a:cubicBezTo>
                    <a:pt x="938710" y="197163"/>
                    <a:pt x="925591" y="210281"/>
                    <a:pt x="925591" y="226464"/>
                  </a:cubicBezTo>
                  <a:lnTo>
                    <a:pt x="925591" y="425710"/>
                  </a:lnTo>
                  <a:cubicBezTo>
                    <a:pt x="925591" y="441893"/>
                    <a:pt x="938710" y="455012"/>
                    <a:pt x="954893" y="455012"/>
                  </a:cubicBezTo>
                  <a:lnTo>
                    <a:pt x="954893" y="455011"/>
                  </a:lnTo>
                  <a:cubicBezTo>
                    <a:pt x="971075" y="455011"/>
                    <a:pt x="984194" y="441892"/>
                    <a:pt x="984194" y="425710"/>
                  </a:cubicBezTo>
                  <a:close/>
                  <a:moveTo>
                    <a:pt x="1075004" y="402269"/>
                  </a:moveTo>
                  <a:lnTo>
                    <a:pt x="1075004" y="249904"/>
                  </a:lnTo>
                  <a:cubicBezTo>
                    <a:pt x="1075004" y="233721"/>
                    <a:pt x="1061885" y="220603"/>
                    <a:pt x="1045703" y="220603"/>
                  </a:cubicBezTo>
                  <a:cubicBezTo>
                    <a:pt x="1029520" y="220603"/>
                    <a:pt x="1016402" y="233721"/>
                    <a:pt x="1016402" y="249904"/>
                  </a:cubicBezTo>
                  <a:lnTo>
                    <a:pt x="1016402" y="402269"/>
                  </a:lnTo>
                  <a:cubicBezTo>
                    <a:pt x="1016402" y="418452"/>
                    <a:pt x="1029520" y="431570"/>
                    <a:pt x="1045703" y="431570"/>
                  </a:cubicBezTo>
                  <a:lnTo>
                    <a:pt x="1045703" y="431570"/>
                  </a:lnTo>
                  <a:cubicBezTo>
                    <a:pt x="1061885" y="431570"/>
                    <a:pt x="1075004" y="418451"/>
                    <a:pt x="1075004" y="40226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2C48ABA8-17F0-403B-A19E-5871A3BDC4EA}"/>
              </a:ext>
            </a:extLst>
          </p:cNvPr>
          <p:cNvGrpSpPr/>
          <p:nvPr/>
        </p:nvGrpSpPr>
        <p:grpSpPr>
          <a:xfrm>
            <a:off x="4995" y="526411"/>
            <a:ext cx="1124507" cy="2989835"/>
            <a:chOff x="2015424" y="-1847"/>
            <a:chExt cx="1437328" cy="5489412"/>
          </a:xfrm>
          <a:solidFill>
            <a:srgbClr val="FFD598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DD8BF214-B6E4-44F0-877B-B0896A807B5A}"/>
                </a:ext>
              </a:extLst>
            </p:cNvPr>
            <p:cNvSpPr/>
            <p:nvPr/>
          </p:nvSpPr>
          <p:spPr>
            <a:xfrm>
              <a:off x="2701620" y="-1847"/>
              <a:ext cx="72000" cy="40233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10" name="Rounded Rectangle 51">
              <a:extLst>
                <a:ext uri="{FF2B5EF4-FFF2-40B4-BE49-F238E27FC236}">
                  <a16:creationId xmlns:a16="http://schemas.microsoft.com/office/drawing/2014/main" xmlns="" id="{4A1F0177-066A-47FE-A600-B05C59CE783F}"/>
                </a:ext>
              </a:extLst>
            </p:cNvPr>
            <p:cNvSpPr/>
            <p:nvPr/>
          </p:nvSpPr>
          <p:spPr>
            <a:xfrm rot="5400000" flipH="1">
              <a:off x="1970982" y="4005795"/>
              <a:ext cx="1526212" cy="1437328"/>
            </a:xfrm>
            <a:custGeom>
              <a:avLst/>
              <a:gdLst/>
              <a:ahLst/>
              <a:cxnLst/>
              <a:rect l="l" t="t" r="r" b="b"/>
              <a:pathLst>
                <a:path w="2928608" h="2758049">
                  <a:moveTo>
                    <a:pt x="2797052" y="1199936"/>
                  </a:moveTo>
                  <a:lnTo>
                    <a:pt x="2797052" y="1541978"/>
                  </a:lnTo>
                  <a:cubicBezTo>
                    <a:pt x="2797052" y="1578306"/>
                    <a:pt x="2826502" y="1607756"/>
                    <a:pt x="2862830" y="1607756"/>
                  </a:cubicBezTo>
                  <a:lnTo>
                    <a:pt x="2862830" y="1607755"/>
                  </a:lnTo>
                  <a:cubicBezTo>
                    <a:pt x="2899158" y="1607755"/>
                    <a:pt x="2928608" y="1578305"/>
                    <a:pt x="2928608" y="1541977"/>
                  </a:cubicBezTo>
                  <a:lnTo>
                    <a:pt x="2928607" y="1199936"/>
                  </a:lnTo>
                  <a:cubicBezTo>
                    <a:pt x="2928607" y="1163608"/>
                    <a:pt x="2899158" y="1134159"/>
                    <a:pt x="2862830" y="1134158"/>
                  </a:cubicBezTo>
                  <a:cubicBezTo>
                    <a:pt x="2826502" y="1134159"/>
                    <a:pt x="2797052" y="1163608"/>
                    <a:pt x="2797052" y="1199936"/>
                  </a:cubicBezTo>
                  <a:close/>
                  <a:moveTo>
                    <a:pt x="2593193" y="1147315"/>
                  </a:moveTo>
                  <a:lnTo>
                    <a:pt x="2593193" y="1594601"/>
                  </a:lnTo>
                  <a:cubicBezTo>
                    <a:pt x="2593193" y="1630929"/>
                    <a:pt x="2622643" y="1660379"/>
                    <a:pt x="2658971" y="1660379"/>
                  </a:cubicBezTo>
                  <a:lnTo>
                    <a:pt x="2658971" y="1660378"/>
                  </a:lnTo>
                  <a:cubicBezTo>
                    <a:pt x="2695299" y="1660378"/>
                    <a:pt x="2724749" y="1630928"/>
                    <a:pt x="2724749" y="1594600"/>
                  </a:cubicBezTo>
                  <a:lnTo>
                    <a:pt x="2724748" y="1147315"/>
                  </a:lnTo>
                  <a:cubicBezTo>
                    <a:pt x="2724748" y="1110987"/>
                    <a:pt x="2695299" y="1081538"/>
                    <a:pt x="2658971" y="1081537"/>
                  </a:cubicBezTo>
                  <a:cubicBezTo>
                    <a:pt x="2622643" y="1081538"/>
                    <a:pt x="2593193" y="1110987"/>
                    <a:pt x="2593193" y="1147315"/>
                  </a:cubicBezTo>
                  <a:close/>
                  <a:moveTo>
                    <a:pt x="2389334" y="1121004"/>
                  </a:moveTo>
                  <a:lnTo>
                    <a:pt x="2389334" y="1620912"/>
                  </a:lnTo>
                  <a:cubicBezTo>
                    <a:pt x="2389334" y="1657240"/>
                    <a:pt x="2418784" y="1686690"/>
                    <a:pt x="2455112" y="1686690"/>
                  </a:cubicBezTo>
                  <a:lnTo>
                    <a:pt x="2455112" y="1686689"/>
                  </a:lnTo>
                  <a:cubicBezTo>
                    <a:pt x="2491440" y="1686689"/>
                    <a:pt x="2520890" y="1657239"/>
                    <a:pt x="2520890" y="1620911"/>
                  </a:cubicBezTo>
                  <a:lnTo>
                    <a:pt x="2520889" y="1121004"/>
                  </a:lnTo>
                  <a:cubicBezTo>
                    <a:pt x="2520889" y="1084676"/>
                    <a:pt x="2491440" y="1055227"/>
                    <a:pt x="2455112" y="1055226"/>
                  </a:cubicBezTo>
                  <a:cubicBezTo>
                    <a:pt x="2418784" y="1055227"/>
                    <a:pt x="2389334" y="1084676"/>
                    <a:pt x="2389334" y="1121004"/>
                  </a:cubicBezTo>
                  <a:close/>
                  <a:moveTo>
                    <a:pt x="1314382" y="1247024"/>
                  </a:moveTo>
                  <a:cubicBezTo>
                    <a:pt x="1314381" y="1225915"/>
                    <a:pt x="1331494" y="1208803"/>
                    <a:pt x="1352603" y="1208803"/>
                  </a:cubicBezTo>
                  <a:lnTo>
                    <a:pt x="1410313" y="1208803"/>
                  </a:lnTo>
                  <a:lnTo>
                    <a:pt x="1410313" y="1146778"/>
                  </a:lnTo>
                  <a:cubicBezTo>
                    <a:pt x="1410313" y="1145599"/>
                    <a:pt x="1410393" y="1144438"/>
                    <a:pt x="1411688" y="1143457"/>
                  </a:cubicBezTo>
                  <a:lnTo>
                    <a:pt x="1408531" y="1133444"/>
                  </a:lnTo>
                  <a:cubicBezTo>
                    <a:pt x="1410371" y="1112415"/>
                    <a:pt x="1428909" y="1096860"/>
                    <a:pt x="1449938" y="1098699"/>
                  </a:cubicBezTo>
                  <a:lnTo>
                    <a:pt x="2236821" y="1167543"/>
                  </a:lnTo>
                  <a:cubicBezTo>
                    <a:pt x="2257849" y="1169383"/>
                    <a:pt x="2273405" y="1187920"/>
                    <a:pt x="2271565" y="1208950"/>
                  </a:cubicBezTo>
                  <a:cubicBezTo>
                    <a:pt x="2269725" y="1229978"/>
                    <a:pt x="2251187" y="1245533"/>
                    <a:pt x="2230159" y="1243693"/>
                  </a:cubicBezTo>
                  <a:cubicBezTo>
                    <a:pt x="1973864" y="1221271"/>
                    <a:pt x="1717570" y="1198849"/>
                    <a:pt x="1461275" y="1176426"/>
                  </a:cubicBezTo>
                  <a:lnTo>
                    <a:pt x="1461274" y="1208803"/>
                  </a:lnTo>
                  <a:lnTo>
                    <a:pt x="1518985" y="1208803"/>
                  </a:lnTo>
                  <a:cubicBezTo>
                    <a:pt x="1540095" y="1208802"/>
                    <a:pt x="1557205" y="1225915"/>
                    <a:pt x="1557206" y="1247025"/>
                  </a:cubicBezTo>
                  <a:lnTo>
                    <a:pt x="1557207" y="1247023"/>
                  </a:lnTo>
                  <a:cubicBezTo>
                    <a:pt x="1557207" y="1268132"/>
                    <a:pt x="1540095" y="1285244"/>
                    <a:pt x="1518986" y="1285244"/>
                  </a:cubicBezTo>
                  <a:cubicBezTo>
                    <a:pt x="1499749" y="1285244"/>
                    <a:pt x="1480511" y="1285243"/>
                    <a:pt x="1461275" y="1285244"/>
                  </a:cubicBezTo>
                  <a:lnTo>
                    <a:pt x="1461275" y="1337600"/>
                  </a:lnTo>
                  <a:lnTo>
                    <a:pt x="1518985" y="1337600"/>
                  </a:lnTo>
                  <a:cubicBezTo>
                    <a:pt x="1540095" y="1337600"/>
                    <a:pt x="1557206" y="1354713"/>
                    <a:pt x="1557206" y="1375821"/>
                  </a:cubicBezTo>
                  <a:lnTo>
                    <a:pt x="1557207" y="1375820"/>
                  </a:lnTo>
                  <a:cubicBezTo>
                    <a:pt x="1557206" y="1396928"/>
                    <a:pt x="1540095" y="1414041"/>
                    <a:pt x="1518986" y="1414041"/>
                  </a:cubicBezTo>
                  <a:cubicBezTo>
                    <a:pt x="1499750" y="1414041"/>
                    <a:pt x="1480511" y="1414041"/>
                    <a:pt x="1461275" y="1414042"/>
                  </a:cubicBezTo>
                  <a:lnTo>
                    <a:pt x="1461275" y="1466398"/>
                  </a:lnTo>
                  <a:lnTo>
                    <a:pt x="1518985" y="1466398"/>
                  </a:lnTo>
                  <a:cubicBezTo>
                    <a:pt x="1540095" y="1466398"/>
                    <a:pt x="1557206" y="1483509"/>
                    <a:pt x="1557206" y="1504618"/>
                  </a:cubicBezTo>
                  <a:lnTo>
                    <a:pt x="1557207" y="1504619"/>
                  </a:lnTo>
                  <a:cubicBezTo>
                    <a:pt x="1557207" y="1525727"/>
                    <a:pt x="1540094" y="1542838"/>
                    <a:pt x="1518986" y="1542839"/>
                  </a:cubicBezTo>
                  <a:cubicBezTo>
                    <a:pt x="1499749" y="1542839"/>
                    <a:pt x="1480511" y="1542838"/>
                    <a:pt x="1461275" y="1542839"/>
                  </a:cubicBezTo>
                  <a:lnTo>
                    <a:pt x="1461274" y="1575412"/>
                  </a:lnTo>
                  <a:lnTo>
                    <a:pt x="2226550" y="1494978"/>
                  </a:lnTo>
                  <a:cubicBezTo>
                    <a:pt x="2247542" y="1492772"/>
                    <a:pt x="2266350" y="1508001"/>
                    <a:pt x="2268556" y="1528995"/>
                  </a:cubicBezTo>
                  <a:cubicBezTo>
                    <a:pt x="2270763" y="1549988"/>
                    <a:pt x="2255534" y="1568794"/>
                    <a:pt x="2234542" y="1571000"/>
                  </a:cubicBezTo>
                  <a:cubicBezTo>
                    <a:pt x="1972686" y="1598522"/>
                    <a:pt x="1710833" y="1626046"/>
                    <a:pt x="1448978" y="1653567"/>
                  </a:cubicBezTo>
                  <a:cubicBezTo>
                    <a:pt x="1427984" y="1655774"/>
                    <a:pt x="1409178" y="1640544"/>
                    <a:pt x="1406971" y="1619551"/>
                  </a:cubicBezTo>
                  <a:cubicBezTo>
                    <a:pt x="1406474" y="1614827"/>
                    <a:pt x="1406862" y="1610214"/>
                    <a:pt x="1410805" y="1606610"/>
                  </a:cubicBezTo>
                  <a:lnTo>
                    <a:pt x="1410312" y="1605422"/>
                  </a:lnTo>
                  <a:lnTo>
                    <a:pt x="1410312" y="1542839"/>
                  </a:lnTo>
                  <a:lnTo>
                    <a:pt x="1352603" y="1542841"/>
                  </a:lnTo>
                  <a:cubicBezTo>
                    <a:pt x="1331494" y="1542841"/>
                    <a:pt x="1314382" y="1525729"/>
                    <a:pt x="1314382" y="1504619"/>
                  </a:cubicBezTo>
                  <a:cubicBezTo>
                    <a:pt x="1314382" y="1483510"/>
                    <a:pt x="1331493" y="1466397"/>
                    <a:pt x="1352603" y="1466398"/>
                  </a:cubicBezTo>
                  <a:lnTo>
                    <a:pt x="1410312" y="1466398"/>
                  </a:lnTo>
                  <a:lnTo>
                    <a:pt x="1410313" y="1414042"/>
                  </a:lnTo>
                  <a:lnTo>
                    <a:pt x="1352603" y="1414042"/>
                  </a:lnTo>
                  <a:cubicBezTo>
                    <a:pt x="1331494" y="1414041"/>
                    <a:pt x="1314383" y="1396930"/>
                    <a:pt x="1314382" y="1375820"/>
                  </a:cubicBezTo>
                  <a:cubicBezTo>
                    <a:pt x="1314383" y="1354713"/>
                    <a:pt x="1331494" y="1337600"/>
                    <a:pt x="1352603" y="1337601"/>
                  </a:cubicBezTo>
                  <a:lnTo>
                    <a:pt x="1410312" y="1337600"/>
                  </a:lnTo>
                  <a:lnTo>
                    <a:pt x="1410312" y="1285244"/>
                  </a:lnTo>
                  <a:lnTo>
                    <a:pt x="1352603" y="1285244"/>
                  </a:lnTo>
                  <a:cubicBezTo>
                    <a:pt x="1331494" y="1285244"/>
                    <a:pt x="1314381" y="1268133"/>
                    <a:pt x="1314382" y="1247024"/>
                  </a:cubicBezTo>
                  <a:close/>
                  <a:moveTo>
                    <a:pt x="1171967" y="72000"/>
                  </a:moveTo>
                  <a:lnTo>
                    <a:pt x="1171967" y="288000"/>
                  </a:lnTo>
                  <a:cubicBezTo>
                    <a:pt x="1171967" y="327765"/>
                    <a:pt x="1204202" y="360000"/>
                    <a:pt x="1243967" y="360000"/>
                  </a:cubicBezTo>
                  <a:cubicBezTo>
                    <a:pt x="1283732" y="360000"/>
                    <a:pt x="1315967" y="327765"/>
                    <a:pt x="1315967" y="288000"/>
                  </a:cubicBezTo>
                  <a:lnTo>
                    <a:pt x="1315967" y="72000"/>
                  </a:lnTo>
                  <a:cubicBezTo>
                    <a:pt x="1315967" y="32235"/>
                    <a:pt x="1283732" y="0"/>
                    <a:pt x="1243967" y="0"/>
                  </a:cubicBezTo>
                  <a:cubicBezTo>
                    <a:pt x="1204202" y="0"/>
                    <a:pt x="1171967" y="32235"/>
                    <a:pt x="1171967" y="72000"/>
                  </a:cubicBezTo>
                  <a:close/>
                  <a:moveTo>
                    <a:pt x="1171966" y="2470049"/>
                  </a:moveTo>
                  <a:lnTo>
                    <a:pt x="1171966" y="2686049"/>
                  </a:lnTo>
                  <a:cubicBezTo>
                    <a:pt x="1171966" y="2725814"/>
                    <a:pt x="1204201" y="2758049"/>
                    <a:pt x="1243966" y="2758049"/>
                  </a:cubicBezTo>
                  <a:cubicBezTo>
                    <a:pt x="1283731" y="2758049"/>
                    <a:pt x="1315966" y="2725814"/>
                    <a:pt x="1315966" y="2686049"/>
                  </a:cubicBezTo>
                  <a:lnTo>
                    <a:pt x="1315966" y="2470049"/>
                  </a:lnTo>
                  <a:cubicBezTo>
                    <a:pt x="1315966" y="2430284"/>
                    <a:pt x="1283731" y="2398049"/>
                    <a:pt x="1243966" y="2398049"/>
                  </a:cubicBezTo>
                  <a:cubicBezTo>
                    <a:pt x="1204201" y="2398049"/>
                    <a:pt x="1171966" y="2430284"/>
                    <a:pt x="1171966" y="2470049"/>
                  </a:cubicBezTo>
                  <a:close/>
                  <a:moveTo>
                    <a:pt x="515345" y="1370958"/>
                  </a:moveTo>
                  <a:cubicBezTo>
                    <a:pt x="515344" y="1558300"/>
                    <a:pt x="586814" y="1745642"/>
                    <a:pt x="729750" y="1888579"/>
                  </a:cubicBezTo>
                  <a:cubicBezTo>
                    <a:pt x="1015625" y="2174454"/>
                    <a:pt x="1479119" y="2174454"/>
                    <a:pt x="1764994" y="1888580"/>
                  </a:cubicBezTo>
                  <a:lnTo>
                    <a:pt x="1940572" y="1713001"/>
                  </a:lnTo>
                  <a:lnTo>
                    <a:pt x="2136413" y="1713002"/>
                  </a:lnTo>
                  <a:cubicBezTo>
                    <a:pt x="2215124" y="1713001"/>
                    <a:pt x="2278929" y="1649195"/>
                    <a:pt x="2278929" y="1570486"/>
                  </a:cubicBezTo>
                  <a:lnTo>
                    <a:pt x="2278929" y="1374645"/>
                  </a:lnTo>
                  <a:lnTo>
                    <a:pt x="2282614" y="1370959"/>
                  </a:lnTo>
                  <a:lnTo>
                    <a:pt x="2278929" y="1367272"/>
                  </a:lnTo>
                  <a:lnTo>
                    <a:pt x="2278929" y="1171432"/>
                  </a:lnTo>
                  <a:cubicBezTo>
                    <a:pt x="2278929" y="1092722"/>
                    <a:pt x="2215123" y="1028916"/>
                    <a:pt x="2136413" y="1028916"/>
                  </a:cubicBezTo>
                  <a:lnTo>
                    <a:pt x="1940571" y="1028916"/>
                  </a:lnTo>
                  <a:cubicBezTo>
                    <a:pt x="1882045" y="970390"/>
                    <a:pt x="1823519" y="911862"/>
                    <a:pt x="1764993" y="853336"/>
                  </a:cubicBezTo>
                  <a:cubicBezTo>
                    <a:pt x="1479118" y="567461"/>
                    <a:pt x="1015625" y="567462"/>
                    <a:pt x="729750" y="853336"/>
                  </a:cubicBezTo>
                  <a:cubicBezTo>
                    <a:pt x="586813" y="996273"/>
                    <a:pt x="515344" y="1183616"/>
                    <a:pt x="515345" y="1370958"/>
                  </a:cubicBezTo>
                  <a:close/>
                  <a:moveTo>
                    <a:pt x="388776" y="2386770"/>
                  </a:moveTo>
                  <a:cubicBezTo>
                    <a:pt x="388776" y="2405196"/>
                    <a:pt x="395805" y="2423622"/>
                    <a:pt x="409865" y="2437681"/>
                  </a:cubicBezTo>
                  <a:cubicBezTo>
                    <a:pt x="437983" y="2465800"/>
                    <a:pt x="483570" y="2465800"/>
                    <a:pt x="511688" y="2437681"/>
                  </a:cubicBezTo>
                  <a:lnTo>
                    <a:pt x="664423" y="2284946"/>
                  </a:lnTo>
                  <a:cubicBezTo>
                    <a:pt x="692541" y="2256828"/>
                    <a:pt x="692541" y="2211241"/>
                    <a:pt x="664423" y="2183123"/>
                  </a:cubicBezTo>
                  <a:cubicBezTo>
                    <a:pt x="636305" y="2155005"/>
                    <a:pt x="590718" y="2155005"/>
                    <a:pt x="562599" y="2183123"/>
                  </a:cubicBezTo>
                  <a:lnTo>
                    <a:pt x="409865" y="2335858"/>
                  </a:lnTo>
                  <a:cubicBezTo>
                    <a:pt x="395805" y="2349917"/>
                    <a:pt x="388776" y="2368343"/>
                    <a:pt x="388776" y="2386770"/>
                  </a:cubicBezTo>
                  <a:close/>
                  <a:moveTo>
                    <a:pt x="388776" y="365689"/>
                  </a:moveTo>
                  <a:cubicBezTo>
                    <a:pt x="388776" y="384115"/>
                    <a:pt x="395805" y="402541"/>
                    <a:pt x="409865" y="416600"/>
                  </a:cubicBezTo>
                  <a:lnTo>
                    <a:pt x="562599" y="569335"/>
                  </a:lnTo>
                  <a:cubicBezTo>
                    <a:pt x="590718" y="597454"/>
                    <a:pt x="636305" y="597454"/>
                    <a:pt x="664423" y="569335"/>
                  </a:cubicBezTo>
                  <a:cubicBezTo>
                    <a:pt x="692541" y="541217"/>
                    <a:pt x="692541" y="495630"/>
                    <a:pt x="664423" y="467512"/>
                  </a:cubicBezTo>
                  <a:lnTo>
                    <a:pt x="511688" y="314777"/>
                  </a:lnTo>
                  <a:cubicBezTo>
                    <a:pt x="483570" y="286659"/>
                    <a:pt x="437983" y="286659"/>
                    <a:pt x="409865" y="314777"/>
                  </a:cubicBezTo>
                  <a:cubicBezTo>
                    <a:pt x="395805" y="328836"/>
                    <a:pt x="388776" y="347262"/>
                    <a:pt x="388776" y="365689"/>
                  </a:cubicBezTo>
                  <a:close/>
                  <a:moveTo>
                    <a:pt x="0" y="1379024"/>
                  </a:moveTo>
                  <a:cubicBezTo>
                    <a:pt x="0" y="1418789"/>
                    <a:pt x="32235" y="1451024"/>
                    <a:pt x="72000" y="1451024"/>
                  </a:cubicBezTo>
                  <a:lnTo>
                    <a:pt x="288000" y="1451024"/>
                  </a:lnTo>
                  <a:cubicBezTo>
                    <a:pt x="327765" y="1451024"/>
                    <a:pt x="360000" y="1418789"/>
                    <a:pt x="360000" y="1379024"/>
                  </a:cubicBezTo>
                  <a:cubicBezTo>
                    <a:pt x="360000" y="1339259"/>
                    <a:pt x="327765" y="1307024"/>
                    <a:pt x="288000" y="1307024"/>
                  </a:cubicBezTo>
                  <a:lnTo>
                    <a:pt x="72000" y="1307024"/>
                  </a:lnTo>
                  <a:cubicBezTo>
                    <a:pt x="32235" y="1307024"/>
                    <a:pt x="0" y="1339259"/>
                    <a:pt x="0" y="137902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77E3A7CE-4C7E-4ADC-8801-77C7BDC6116A}"/>
              </a:ext>
            </a:extLst>
          </p:cNvPr>
          <p:cNvGrpSpPr/>
          <p:nvPr/>
        </p:nvGrpSpPr>
        <p:grpSpPr>
          <a:xfrm>
            <a:off x="7333" y="523973"/>
            <a:ext cx="429275" cy="1020755"/>
            <a:chOff x="808111" y="-1847"/>
            <a:chExt cx="762978" cy="3628896"/>
          </a:xfrm>
          <a:solidFill>
            <a:srgbClr val="FFD598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09763B22-4E8D-4B9A-9745-608E60E78043}"/>
                </a:ext>
              </a:extLst>
            </p:cNvPr>
            <p:cNvSpPr/>
            <p:nvPr/>
          </p:nvSpPr>
          <p:spPr>
            <a:xfrm>
              <a:off x="1152817" y="-1847"/>
              <a:ext cx="72000" cy="2377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xmlns="" id="{9498644E-141C-412F-AA20-78DC812CEA80}"/>
                </a:ext>
              </a:extLst>
            </p:cNvPr>
            <p:cNvSpPr/>
            <p:nvPr/>
          </p:nvSpPr>
          <p:spPr>
            <a:xfrm rot="5400000" flipH="1">
              <a:off x="560777" y="2616737"/>
              <a:ext cx="1257646" cy="762978"/>
            </a:xfrm>
            <a:custGeom>
              <a:avLst/>
              <a:gdLst>
                <a:gd name="connsiteX0" fmla="*/ 782320 w 1075004"/>
                <a:gd name="connsiteY0" fmla="*/ 253920 h 652174"/>
                <a:gd name="connsiteX1" fmla="*/ 763875 w 1075004"/>
                <a:gd name="connsiteY1" fmla="*/ 269397 h 652174"/>
                <a:gd name="connsiteX2" fmla="*/ 421371 w 1075004"/>
                <a:gd name="connsiteY2" fmla="*/ 239432 h 652174"/>
                <a:gd name="connsiteX3" fmla="*/ 421370 w 1075004"/>
                <a:gd name="connsiteY3" fmla="*/ 253855 h 652174"/>
                <a:gd name="connsiteX4" fmla="*/ 447078 w 1075004"/>
                <a:gd name="connsiteY4" fmla="*/ 253855 h 652174"/>
                <a:gd name="connsiteX5" fmla="*/ 464104 w 1075004"/>
                <a:gd name="connsiteY5" fmla="*/ 270881 h 652174"/>
                <a:gd name="connsiteX6" fmla="*/ 464104 w 1075004"/>
                <a:gd name="connsiteY6" fmla="*/ 270880 h 652174"/>
                <a:gd name="connsiteX7" fmla="*/ 447079 w 1075004"/>
                <a:gd name="connsiteY7" fmla="*/ 287906 h 652174"/>
                <a:gd name="connsiteX8" fmla="*/ 421371 w 1075004"/>
                <a:gd name="connsiteY8" fmla="*/ 287906 h 652174"/>
                <a:gd name="connsiteX9" fmla="*/ 421371 w 1075004"/>
                <a:gd name="connsiteY9" fmla="*/ 311228 h 652174"/>
                <a:gd name="connsiteX10" fmla="*/ 447078 w 1075004"/>
                <a:gd name="connsiteY10" fmla="*/ 311228 h 652174"/>
                <a:gd name="connsiteX11" fmla="*/ 464104 w 1075004"/>
                <a:gd name="connsiteY11" fmla="*/ 328254 h 652174"/>
                <a:gd name="connsiteX12" fmla="*/ 464104 w 1075004"/>
                <a:gd name="connsiteY12" fmla="*/ 328254 h 652174"/>
                <a:gd name="connsiteX13" fmla="*/ 447079 w 1075004"/>
                <a:gd name="connsiteY13" fmla="*/ 345279 h 652174"/>
                <a:gd name="connsiteX14" fmla="*/ 421371 w 1075004"/>
                <a:gd name="connsiteY14" fmla="*/ 345280 h 652174"/>
                <a:gd name="connsiteX15" fmla="*/ 421371 w 1075004"/>
                <a:gd name="connsiteY15" fmla="*/ 368602 h 652174"/>
                <a:gd name="connsiteX16" fmla="*/ 447078 w 1075004"/>
                <a:gd name="connsiteY16" fmla="*/ 368602 h 652174"/>
                <a:gd name="connsiteX17" fmla="*/ 464104 w 1075004"/>
                <a:gd name="connsiteY17" fmla="*/ 385628 h 652174"/>
                <a:gd name="connsiteX18" fmla="*/ 464104 w 1075004"/>
                <a:gd name="connsiteY18" fmla="*/ 385628 h 652174"/>
                <a:gd name="connsiteX19" fmla="*/ 447079 w 1075004"/>
                <a:gd name="connsiteY19" fmla="*/ 402653 h 652174"/>
                <a:gd name="connsiteX20" fmla="*/ 421371 w 1075004"/>
                <a:gd name="connsiteY20" fmla="*/ 402653 h 652174"/>
                <a:gd name="connsiteX21" fmla="*/ 421370 w 1075004"/>
                <a:gd name="connsiteY21" fmla="*/ 417163 h 652174"/>
                <a:gd name="connsiteX22" fmla="*/ 762268 w 1075004"/>
                <a:gd name="connsiteY22" fmla="*/ 381333 h 652174"/>
                <a:gd name="connsiteX23" fmla="*/ 780980 w 1075004"/>
                <a:gd name="connsiteY23" fmla="*/ 396486 h 652174"/>
                <a:gd name="connsiteX24" fmla="*/ 765828 w 1075004"/>
                <a:gd name="connsiteY24" fmla="*/ 415198 h 652174"/>
                <a:gd name="connsiteX25" fmla="*/ 415893 w 1075004"/>
                <a:gd name="connsiteY25" fmla="*/ 451978 h 652174"/>
                <a:gd name="connsiteX26" fmla="*/ 397181 w 1075004"/>
                <a:gd name="connsiteY26" fmla="*/ 436825 h 652174"/>
                <a:gd name="connsiteX27" fmla="*/ 398889 w 1075004"/>
                <a:gd name="connsiteY27" fmla="*/ 431061 h 652174"/>
                <a:gd name="connsiteX28" fmla="*/ 398669 w 1075004"/>
                <a:gd name="connsiteY28" fmla="*/ 430531 h 652174"/>
                <a:gd name="connsiteX29" fmla="*/ 398669 w 1075004"/>
                <a:gd name="connsiteY29" fmla="*/ 402653 h 652174"/>
                <a:gd name="connsiteX30" fmla="*/ 372962 w 1075004"/>
                <a:gd name="connsiteY30" fmla="*/ 402654 h 652174"/>
                <a:gd name="connsiteX31" fmla="*/ 355936 w 1075004"/>
                <a:gd name="connsiteY31" fmla="*/ 385628 h 652174"/>
                <a:gd name="connsiteX32" fmla="*/ 372962 w 1075004"/>
                <a:gd name="connsiteY32" fmla="*/ 368602 h 652174"/>
                <a:gd name="connsiteX33" fmla="*/ 398669 w 1075004"/>
                <a:gd name="connsiteY33" fmla="*/ 368602 h 652174"/>
                <a:gd name="connsiteX34" fmla="*/ 398670 w 1075004"/>
                <a:gd name="connsiteY34" fmla="*/ 345280 h 652174"/>
                <a:gd name="connsiteX35" fmla="*/ 372962 w 1075004"/>
                <a:gd name="connsiteY35" fmla="*/ 345280 h 652174"/>
                <a:gd name="connsiteX36" fmla="*/ 355936 w 1075004"/>
                <a:gd name="connsiteY36" fmla="*/ 328254 h 652174"/>
                <a:gd name="connsiteX37" fmla="*/ 372962 w 1075004"/>
                <a:gd name="connsiteY37" fmla="*/ 311229 h 652174"/>
                <a:gd name="connsiteX38" fmla="*/ 398669 w 1075004"/>
                <a:gd name="connsiteY38" fmla="*/ 311228 h 652174"/>
                <a:gd name="connsiteX39" fmla="*/ 398669 w 1075004"/>
                <a:gd name="connsiteY39" fmla="*/ 287906 h 652174"/>
                <a:gd name="connsiteX40" fmla="*/ 372962 w 1075004"/>
                <a:gd name="connsiteY40" fmla="*/ 287906 h 652174"/>
                <a:gd name="connsiteX41" fmla="*/ 355936 w 1075004"/>
                <a:gd name="connsiteY41" fmla="*/ 270881 h 652174"/>
                <a:gd name="connsiteX42" fmla="*/ 372962 w 1075004"/>
                <a:gd name="connsiteY42" fmla="*/ 253855 h 652174"/>
                <a:gd name="connsiteX43" fmla="*/ 398670 w 1075004"/>
                <a:gd name="connsiteY43" fmla="*/ 253855 h 652174"/>
                <a:gd name="connsiteX44" fmla="*/ 398670 w 1075004"/>
                <a:gd name="connsiteY44" fmla="*/ 226225 h 652174"/>
                <a:gd name="connsiteX45" fmla="*/ 399282 w 1075004"/>
                <a:gd name="connsiteY45" fmla="*/ 224746 h 652174"/>
                <a:gd name="connsiteX46" fmla="*/ 397876 w 1075004"/>
                <a:gd name="connsiteY46" fmla="*/ 220286 h 652174"/>
                <a:gd name="connsiteX47" fmla="*/ 416321 w 1075004"/>
                <a:gd name="connsiteY47" fmla="*/ 204808 h 652174"/>
                <a:gd name="connsiteX48" fmla="*/ 766843 w 1075004"/>
                <a:gd name="connsiteY48" fmla="*/ 235475 h 652174"/>
                <a:gd name="connsiteX49" fmla="*/ 782320 w 1075004"/>
                <a:gd name="connsiteY49" fmla="*/ 253920 h 652174"/>
                <a:gd name="connsiteX50" fmla="*/ 787242 w 1075004"/>
                <a:gd name="connsiteY50" fmla="*/ 326088 h 652174"/>
                <a:gd name="connsiteX51" fmla="*/ 785600 w 1075004"/>
                <a:gd name="connsiteY51" fmla="*/ 324446 h 652174"/>
                <a:gd name="connsiteX52" fmla="*/ 785600 w 1075004"/>
                <a:gd name="connsiteY52" fmla="*/ 237208 h 652174"/>
                <a:gd name="connsiteX53" fmla="*/ 722116 w 1075004"/>
                <a:gd name="connsiteY53" fmla="*/ 173723 h 652174"/>
                <a:gd name="connsiteX54" fmla="*/ 634876 w 1075004"/>
                <a:gd name="connsiteY54" fmla="*/ 173723 h 652174"/>
                <a:gd name="connsiteX55" fmla="*/ 556664 w 1075004"/>
                <a:gd name="connsiteY55" fmla="*/ 95510 h 652174"/>
                <a:gd name="connsiteX56" fmla="*/ 95508 w 1075004"/>
                <a:gd name="connsiteY56" fmla="*/ 95510 h 652174"/>
                <a:gd name="connsiteX57" fmla="*/ 0 w 1075004"/>
                <a:gd name="connsiteY57" fmla="*/ 326088 h 652174"/>
                <a:gd name="connsiteX58" fmla="*/ 95508 w 1075004"/>
                <a:gd name="connsiteY58" fmla="*/ 556666 h 652174"/>
                <a:gd name="connsiteX59" fmla="*/ 556665 w 1075004"/>
                <a:gd name="connsiteY59" fmla="*/ 556666 h 652174"/>
                <a:gd name="connsiteX60" fmla="*/ 634877 w 1075004"/>
                <a:gd name="connsiteY60" fmla="*/ 478453 h 652174"/>
                <a:gd name="connsiteX61" fmla="*/ 722116 w 1075004"/>
                <a:gd name="connsiteY61" fmla="*/ 478454 h 652174"/>
                <a:gd name="connsiteX62" fmla="*/ 785600 w 1075004"/>
                <a:gd name="connsiteY62" fmla="*/ 414969 h 652174"/>
                <a:gd name="connsiteX63" fmla="*/ 785600 w 1075004"/>
                <a:gd name="connsiteY63" fmla="*/ 327730 h 652174"/>
                <a:gd name="connsiteX64" fmla="*/ 893383 w 1075004"/>
                <a:gd name="connsiteY64" fmla="*/ 437431 h 652174"/>
                <a:gd name="connsiteX65" fmla="*/ 893383 w 1075004"/>
                <a:gd name="connsiteY65" fmla="*/ 214744 h 652174"/>
                <a:gd name="connsiteX66" fmla="*/ 864082 w 1075004"/>
                <a:gd name="connsiteY66" fmla="*/ 185443 h 652174"/>
                <a:gd name="connsiteX67" fmla="*/ 834781 w 1075004"/>
                <a:gd name="connsiteY67" fmla="*/ 214744 h 652174"/>
                <a:gd name="connsiteX68" fmla="*/ 834781 w 1075004"/>
                <a:gd name="connsiteY68" fmla="*/ 437432 h 652174"/>
                <a:gd name="connsiteX69" fmla="*/ 864082 w 1075004"/>
                <a:gd name="connsiteY69" fmla="*/ 466733 h 652174"/>
                <a:gd name="connsiteX70" fmla="*/ 864082 w 1075004"/>
                <a:gd name="connsiteY70" fmla="*/ 466732 h 652174"/>
                <a:gd name="connsiteX71" fmla="*/ 893383 w 1075004"/>
                <a:gd name="connsiteY71" fmla="*/ 437431 h 652174"/>
                <a:gd name="connsiteX72" fmla="*/ 984194 w 1075004"/>
                <a:gd name="connsiteY72" fmla="*/ 425711 h 652174"/>
                <a:gd name="connsiteX73" fmla="*/ 984193 w 1075004"/>
                <a:gd name="connsiteY73" fmla="*/ 226464 h 652174"/>
                <a:gd name="connsiteX74" fmla="*/ 954893 w 1075004"/>
                <a:gd name="connsiteY74" fmla="*/ 197163 h 652174"/>
                <a:gd name="connsiteX75" fmla="*/ 925591 w 1075004"/>
                <a:gd name="connsiteY75" fmla="*/ 226464 h 652174"/>
                <a:gd name="connsiteX76" fmla="*/ 925591 w 1075004"/>
                <a:gd name="connsiteY76" fmla="*/ 425711 h 652174"/>
                <a:gd name="connsiteX77" fmla="*/ 954893 w 1075004"/>
                <a:gd name="connsiteY77" fmla="*/ 455012 h 652174"/>
                <a:gd name="connsiteX78" fmla="*/ 954893 w 1075004"/>
                <a:gd name="connsiteY78" fmla="*/ 455012 h 652174"/>
                <a:gd name="connsiteX79" fmla="*/ 984194 w 1075004"/>
                <a:gd name="connsiteY79" fmla="*/ 425711 h 652174"/>
                <a:gd name="connsiteX80" fmla="*/ 1075004 w 1075004"/>
                <a:gd name="connsiteY80" fmla="*/ 402269 h 652174"/>
                <a:gd name="connsiteX81" fmla="*/ 1075004 w 1075004"/>
                <a:gd name="connsiteY81" fmla="*/ 249905 h 652174"/>
                <a:gd name="connsiteX82" fmla="*/ 1045703 w 1075004"/>
                <a:gd name="connsiteY82" fmla="*/ 220604 h 652174"/>
                <a:gd name="connsiteX83" fmla="*/ 1016402 w 1075004"/>
                <a:gd name="connsiteY83" fmla="*/ 249905 h 652174"/>
                <a:gd name="connsiteX84" fmla="*/ 1016402 w 1075004"/>
                <a:gd name="connsiteY84" fmla="*/ 402270 h 652174"/>
                <a:gd name="connsiteX85" fmla="*/ 1045703 w 1075004"/>
                <a:gd name="connsiteY85" fmla="*/ 431571 h 652174"/>
                <a:gd name="connsiteX86" fmla="*/ 1045703 w 1075004"/>
                <a:gd name="connsiteY86" fmla="*/ 431571 h 652174"/>
                <a:gd name="connsiteX87" fmla="*/ 1075004 w 1075004"/>
                <a:gd name="connsiteY87" fmla="*/ 402269 h 65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075004" h="652174">
                  <a:moveTo>
                    <a:pt x="782320" y="253920"/>
                  </a:moveTo>
                  <a:cubicBezTo>
                    <a:pt x="781500" y="263287"/>
                    <a:pt x="773242" y="270216"/>
                    <a:pt x="763875" y="269397"/>
                  </a:cubicBezTo>
                  <a:cubicBezTo>
                    <a:pt x="649707" y="259409"/>
                    <a:pt x="535539" y="249421"/>
                    <a:pt x="421371" y="239432"/>
                  </a:cubicBezTo>
                  <a:lnTo>
                    <a:pt x="421370" y="253855"/>
                  </a:lnTo>
                  <a:lnTo>
                    <a:pt x="447078" y="253855"/>
                  </a:lnTo>
                  <a:cubicBezTo>
                    <a:pt x="456482" y="253854"/>
                    <a:pt x="464104" y="261477"/>
                    <a:pt x="464104" y="270881"/>
                  </a:cubicBezTo>
                  <a:lnTo>
                    <a:pt x="464104" y="270880"/>
                  </a:lnTo>
                  <a:cubicBezTo>
                    <a:pt x="464104" y="280283"/>
                    <a:pt x="456482" y="287906"/>
                    <a:pt x="447079" y="287906"/>
                  </a:cubicBezTo>
                  <a:cubicBezTo>
                    <a:pt x="438509" y="287906"/>
                    <a:pt x="429940" y="287905"/>
                    <a:pt x="421371" y="287906"/>
                  </a:cubicBezTo>
                  <a:lnTo>
                    <a:pt x="421371" y="311228"/>
                  </a:lnTo>
                  <a:lnTo>
                    <a:pt x="447078" y="311228"/>
                  </a:lnTo>
                  <a:cubicBezTo>
                    <a:pt x="456482" y="311228"/>
                    <a:pt x="464104" y="318851"/>
                    <a:pt x="464104" y="328254"/>
                  </a:cubicBezTo>
                  <a:lnTo>
                    <a:pt x="464104" y="328254"/>
                  </a:lnTo>
                  <a:cubicBezTo>
                    <a:pt x="464104" y="337656"/>
                    <a:pt x="456482" y="345279"/>
                    <a:pt x="447079" y="345279"/>
                  </a:cubicBezTo>
                  <a:cubicBezTo>
                    <a:pt x="438510" y="345279"/>
                    <a:pt x="429940" y="345279"/>
                    <a:pt x="421371" y="345280"/>
                  </a:cubicBezTo>
                  <a:lnTo>
                    <a:pt x="421371" y="368602"/>
                  </a:lnTo>
                  <a:lnTo>
                    <a:pt x="447078" y="368602"/>
                  </a:lnTo>
                  <a:cubicBezTo>
                    <a:pt x="456482" y="368602"/>
                    <a:pt x="464104" y="376224"/>
                    <a:pt x="464104" y="385628"/>
                  </a:cubicBezTo>
                  <a:lnTo>
                    <a:pt x="464104" y="385628"/>
                  </a:lnTo>
                  <a:cubicBezTo>
                    <a:pt x="464104" y="395031"/>
                    <a:pt x="456481" y="402653"/>
                    <a:pt x="447079" y="402653"/>
                  </a:cubicBezTo>
                  <a:cubicBezTo>
                    <a:pt x="438509" y="402653"/>
                    <a:pt x="429940" y="402653"/>
                    <a:pt x="421371" y="402653"/>
                  </a:cubicBezTo>
                  <a:lnTo>
                    <a:pt x="421370" y="417163"/>
                  </a:lnTo>
                  <a:lnTo>
                    <a:pt x="762268" y="381333"/>
                  </a:lnTo>
                  <a:cubicBezTo>
                    <a:pt x="771619" y="380351"/>
                    <a:pt x="779997" y="387135"/>
                    <a:pt x="780980" y="396486"/>
                  </a:cubicBezTo>
                  <a:cubicBezTo>
                    <a:pt x="781963" y="405838"/>
                    <a:pt x="775179" y="414215"/>
                    <a:pt x="765828" y="415198"/>
                  </a:cubicBezTo>
                  <a:cubicBezTo>
                    <a:pt x="649182" y="427458"/>
                    <a:pt x="532538" y="439719"/>
                    <a:pt x="415893" y="451978"/>
                  </a:cubicBezTo>
                  <a:cubicBezTo>
                    <a:pt x="406541" y="452961"/>
                    <a:pt x="398164" y="446177"/>
                    <a:pt x="397181" y="436825"/>
                  </a:cubicBezTo>
                  <a:cubicBezTo>
                    <a:pt x="396959" y="434721"/>
                    <a:pt x="397132" y="432666"/>
                    <a:pt x="398889" y="431061"/>
                  </a:cubicBezTo>
                  <a:lnTo>
                    <a:pt x="398669" y="430531"/>
                  </a:lnTo>
                  <a:lnTo>
                    <a:pt x="398669" y="402653"/>
                  </a:lnTo>
                  <a:lnTo>
                    <a:pt x="372962" y="402654"/>
                  </a:lnTo>
                  <a:cubicBezTo>
                    <a:pt x="363559" y="402654"/>
                    <a:pt x="355936" y="395032"/>
                    <a:pt x="355936" y="385628"/>
                  </a:cubicBezTo>
                  <a:cubicBezTo>
                    <a:pt x="355936" y="376225"/>
                    <a:pt x="363559" y="368602"/>
                    <a:pt x="372962" y="368602"/>
                  </a:cubicBezTo>
                  <a:lnTo>
                    <a:pt x="398669" y="368602"/>
                  </a:lnTo>
                  <a:lnTo>
                    <a:pt x="398670" y="345280"/>
                  </a:lnTo>
                  <a:lnTo>
                    <a:pt x="372962" y="345280"/>
                  </a:lnTo>
                  <a:cubicBezTo>
                    <a:pt x="363559" y="345279"/>
                    <a:pt x="355937" y="337657"/>
                    <a:pt x="355936" y="328254"/>
                  </a:cubicBezTo>
                  <a:cubicBezTo>
                    <a:pt x="355937" y="318851"/>
                    <a:pt x="363559" y="311228"/>
                    <a:pt x="372962" y="311229"/>
                  </a:cubicBezTo>
                  <a:lnTo>
                    <a:pt x="398669" y="311228"/>
                  </a:lnTo>
                  <a:lnTo>
                    <a:pt x="398669" y="287906"/>
                  </a:lnTo>
                  <a:lnTo>
                    <a:pt x="372962" y="287906"/>
                  </a:lnTo>
                  <a:cubicBezTo>
                    <a:pt x="363559" y="287906"/>
                    <a:pt x="355936" y="280284"/>
                    <a:pt x="355936" y="270881"/>
                  </a:cubicBezTo>
                  <a:cubicBezTo>
                    <a:pt x="355936" y="261477"/>
                    <a:pt x="363559" y="253855"/>
                    <a:pt x="372962" y="253855"/>
                  </a:cubicBezTo>
                  <a:lnTo>
                    <a:pt x="398670" y="253855"/>
                  </a:lnTo>
                  <a:lnTo>
                    <a:pt x="398670" y="226225"/>
                  </a:lnTo>
                  <a:cubicBezTo>
                    <a:pt x="398670" y="225700"/>
                    <a:pt x="398705" y="225183"/>
                    <a:pt x="399282" y="224746"/>
                  </a:cubicBezTo>
                  <a:lnTo>
                    <a:pt x="397876" y="220286"/>
                  </a:lnTo>
                  <a:cubicBezTo>
                    <a:pt x="398695" y="210918"/>
                    <a:pt x="406953" y="203989"/>
                    <a:pt x="416321" y="204808"/>
                  </a:cubicBezTo>
                  <a:lnTo>
                    <a:pt x="766843" y="235475"/>
                  </a:lnTo>
                  <a:cubicBezTo>
                    <a:pt x="776210" y="236295"/>
                    <a:pt x="783140" y="244552"/>
                    <a:pt x="782320" y="253920"/>
                  </a:cubicBezTo>
                  <a:close/>
                  <a:moveTo>
                    <a:pt x="787242" y="326088"/>
                  </a:moveTo>
                  <a:lnTo>
                    <a:pt x="785600" y="324446"/>
                  </a:lnTo>
                  <a:lnTo>
                    <a:pt x="785600" y="237208"/>
                  </a:lnTo>
                  <a:cubicBezTo>
                    <a:pt x="785600" y="202146"/>
                    <a:pt x="757177" y="173723"/>
                    <a:pt x="722116" y="173723"/>
                  </a:cubicBezTo>
                  <a:lnTo>
                    <a:pt x="634876" y="173723"/>
                  </a:lnTo>
                  <a:cubicBezTo>
                    <a:pt x="608806" y="147652"/>
                    <a:pt x="582735" y="121580"/>
                    <a:pt x="556664" y="95510"/>
                  </a:cubicBezTo>
                  <a:cubicBezTo>
                    <a:pt x="429319" y="-31836"/>
                    <a:pt x="222853" y="-31835"/>
                    <a:pt x="95508" y="95510"/>
                  </a:cubicBezTo>
                  <a:cubicBezTo>
                    <a:pt x="31836" y="159182"/>
                    <a:pt x="0" y="242635"/>
                    <a:pt x="0" y="326088"/>
                  </a:cubicBezTo>
                  <a:cubicBezTo>
                    <a:pt x="0" y="409541"/>
                    <a:pt x="31836" y="492993"/>
                    <a:pt x="95508" y="556666"/>
                  </a:cubicBezTo>
                  <a:cubicBezTo>
                    <a:pt x="222853" y="684011"/>
                    <a:pt x="429320" y="684011"/>
                    <a:pt x="556665" y="556666"/>
                  </a:cubicBezTo>
                  <a:lnTo>
                    <a:pt x="634877" y="478453"/>
                  </a:lnTo>
                  <a:lnTo>
                    <a:pt x="722116" y="478454"/>
                  </a:lnTo>
                  <a:cubicBezTo>
                    <a:pt x="757178" y="478453"/>
                    <a:pt x="785600" y="450030"/>
                    <a:pt x="785600" y="414969"/>
                  </a:cubicBezTo>
                  <a:lnTo>
                    <a:pt x="785600" y="327730"/>
                  </a:lnTo>
                  <a:close/>
                  <a:moveTo>
                    <a:pt x="893383" y="437431"/>
                  </a:moveTo>
                  <a:lnTo>
                    <a:pt x="893383" y="214744"/>
                  </a:lnTo>
                  <a:cubicBezTo>
                    <a:pt x="893383" y="198562"/>
                    <a:pt x="880265" y="185443"/>
                    <a:pt x="864082" y="185443"/>
                  </a:cubicBezTo>
                  <a:cubicBezTo>
                    <a:pt x="847900" y="185443"/>
                    <a:pt x="834781" y="198562"/>
                    <a:pt x="834781" y="214744"/>
                  </a:cubicBezTo>
                  <a:lnTo>
                    <a:pt x="834781" y="437432"/>
                  </a:lnTo>
                  <a:cubicBezTo>
                    <a:pt x="834781" y="453614"/>
                    <a:pt x="847900" y="466733"/>
                    <a:pt x="864082" y="466733"/>
                  </a:cubicBezTo>
                  <a:lnTo>
                    <a:pt x="864082" y="466732"/>
                  </a:lnTo>
                  <a:cubicBezTo>
                    <a:pt x="880265" y="466732"/>
                    <a:pt x="893383" y="453614"/>
                    <a:pt x="893383" y="437431"/>
                  </a:cubicBezTo>
                  <a:close/>
                  <a:moveTo>
                    <a:pt x="984194" y="425711"/>
                  </a:moveTo>
                  <a:lnTo>
                    <a:pt x="984193" y="226464"/>
                  </a:lnTo>
                  <a:cubicBezTo>
                    <a:pt x="984193" y="210282"/>
                    <a:pt x="971075" y="197164"/>
                    <a:pt x="954893" y="197163"/>
                  </a:cubicBezTo>
                  <a:cubicBezTo>
                    <a:pt x="938710" y="197164"/>
                    <a:pt x="925591" y="210282"/>
                    <a:pt x="925591" y="226464"/>
                  </a:cubicBezTo>
                  <a:lnTo>
                    <a:pt x="925591" y="425711"/>
                  </a:lnTo>
                  <a:cubicBezTo>
                    <a:pt x="925591" y="441894"/>
                    <a:pt x="938710" y="455012"/>
                    <a:pt x="954893" y="455012"/>
                  </a:cubicBezTo>
                  <a:lnTo>
                    <a:pt x="954893" y="455012"/>
                  </a:lnTo>
                  <a:cubicBezTo>
                    <a:pt x="971075" y="455012"/>
                    <a:pt x="984194" y="441893"/>
                    <a:pt x="984194" y="425711"/>
                  </a:cubicBezTo>
                  <a:close/>
                  <a:moveTo>
                    <a:pt x="1075004" y="402269"/>
                  </a:moveTo>
                  <a:lnTo>
                    <a:pt x="1075004" y="249905"/>
                  </a:lnTo>
                  <a:cubicBezTo>
                    <a:pt x="1075004" y="233722"/>
                    <a:pt x="1061885" y="220604"/>
                    <a:pt x="1045703" y="220604"/>
                  </a:cubicBezTo>
                  <a:cubicBezTo>
                    <a:pt x="1029520" y="220604"/>
                    <a:pt x="1016402" y="233722"/>
                    <a:pt x="1016402" y="249905"/>
                  </a:cubicBezTo>
                  <a:lnTo>
                    <a:pt x="1016402" y="402270"/>
                  </a:lnTo>
                  <a:cubicBezTo>
                    <a:pt x="1016402" y="418452"/>
                    <a:pt x="1029520" y="431571"/>
                    <a:pt x="1045703" y="431571"/>
                  </a:cubicBezTo>
                  <a:lnTo>
                    <a:pt x="1045703" y="431571"/>
                  </a:lnTo>
                  <a:cubicBezTo>
                    <a:pt x="1061885" y="431571"/>
                    <a:pt x="1075004" y="418452"/>
                    <a:pt x="1075004" y="40226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38">
            <a:extLst>
              <a:ext uri="{FF2B5EF4-FFF2-40B4-BE49-F238E27FC236}">
                <a16:creationId xmlns:a16="http://schemas.microsoft.com/office/drawing/2014/main" xmlns="" id="{FCE82483-1828-40B8-A874-3B15EC86669E}"/>
              </a:ext>
            </a:extLst>
          </p:cNvPr>
          <p:cNvSpPr txBox="1"/>
          <p:nvPr/>
        </p:nvSpPr>
        <p:spPr>
          <a:xfrm>
            <a:off x="2754848" y="1187481"/>
            <a:ext cx="4726599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Structurer le processus de test</a:t>
            </a:r>
          </a:p>
        </p:txBody>
      </p:sp>
      <p:sp>
        <p:nvSpPr>
          <p:cNvPr id="16" name="TextBox 38">
            <a:extLst>
              <a:ext uri="{FF2B5EF4-FFF2-40B4-BE49-F238E27FC236}">
                <a16:creationId xmlns:a16="http://schemas.microsoft.com/office/drawing/2014/main" xmlns="" id="{FCE82483-1828-40B8-A874-3B15EC86669E}"/>
              </a:ext>
            </a:extLst>
          </p:cNvPr>
          <p:cNvSpPr txBox="1"/>
          <p:nvPr/>
        </p:nvSpPr>
        <p:spPr>
          <a:xfrm>
            <a:off x="2754847" y="1853817"/>
            <a:ext cx="4726599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Centraliser les besoins, les cas de test et anomalies</a:t>
            </a:r>
          </a:p>
        </p:txBody>
      </p:sp>
      <p:sp>
        <p:nvSpPr>
          <p:cNvPr id="17" name="TextBox 38">
            <a:extLst>
              <a:ext uri="{FF2B5EF4-FFF2-40B4-BE49-F238E27FC236}">
                <a16:creationId xmlns:a16="http://schemas.microsoft.com/office/drawing/2014/main" xmlns="" id="{FCE82483-1828-40B8-A874-3B15EC86669E}"/>
              </a:ext>
            </a:extLst>
          </p:cNvPr>
          <p:cNvSpPr txBox="1"/>
          <p:nvPr/>
        </p:nvSpPr>
        <p:spPr>
          <a:xfrm>
            <a:off x="2754847" y="2797153"/>
            <a:ext cx="4726599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Offrir une traçabilité complète</a:t>
            </a:r>
          </a:p>
        </p:txBody>
      </p:sp>
      <p:sp>
        <p:nvSpPr>
          <p:cNvPr id="20" name="TextBox 38">
            <a:extLst>
              <a:ext uri="{FF2B5EF4-FFF2-40B4-BE49-F238E27FC236}">
                <a16:creationId xmlns:a16="http://schemas.microsoft.com/office/drawing/2014/main" xmlns="" id="{FCE82483-1828-40B8-A874-3B15EC86669E}"/>
              </a:ext>
            </a:extLst>
          </p:cNvPr>
          <p:cNvSpPr txBox="1"/>
          <p:nvPr/>
        </p:nvSpPr>
        <p:spPr>
          <a:xfrm>
            <a:off x="2754847" y="4605677"/>
            <a:ext cx="4726599" cy="1477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Permet à l’entreprise de gagner e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Productivité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Qualité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Visibilité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ilotage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de la qualification logicielle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754847" y="3516246"/>
            <a:ext cx="6448523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L'import de cas de test </a:t>
            </a: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(via des fichiers de 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 .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xls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.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xlsx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.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xlsm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ou une archive .zip</a:t>
            </a: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permet 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créer ou modifier un patrimoine de tests en </a:t>
            </a: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masse.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74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15" grpId="0" animBg="1"/>
      <p:bldP spid="16" grpId="0" animBg="1"/>
      <p:bldP spid="17" grpId="0" animBg="1"/>
      <p:bldP spid="20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xmlns="" id="{B4C0409B-1084-406A-857D-BB00B68192FB}"/>
              </a:ext>
            </a:extLst>
          </p:cNvPr>
          <p:cNvGrpSpPr/>
          <p:nvPr/>
        </p:nvGrpSpPr>
        <p:grpSpPr>
          <a:xfrm>
            <a:off x="1000962" y="1063757"/>
            <a:ext cx="3713541" cy="4591782"/>
            <a:chOff x="495473" y="1467303"/>
            <a:chExt cx="5160219" cy="4629764"/>
          </a:xfrm>
        </p:grpSpPr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xmlns="" id="{E539F185-7E86-4A58-9851-2645B443ED69}"/>
                </a:ext>
              </a:extLst>
            </p:cNvPr>
            <p:cNvSpPr/>
            <p:nvPr/>
          </p:nvSpPr>
          <p:spPr>
            <a:xfrm>
              <a:off x="1378881" y="1467303"/>
              <a:ext cx="3151324" cy="2408152"/>
            </a:xfrm>
            <a:custGeom>
              <a:avLst/>
              <a:gdLst>
                <a:gd name="connsiteX0" fmla="*/ 2066045 w 3151324"/>
                <a:gd name="connsiteY0" fmla="*/ 837837 h 2408152"/>
                <a:gd name="connsiteX1" fmla="*/ 2070213 w 3151324"/>
                <a:gd name="connsiteY1" fmla="*/ 846208 h 2408152"/>
                <a:gd name="connsiteX2" fmla="*/ 2001589 w 3151324"/>
                <a:gd name="connsiteY2" fmla="*/ 1112466 h 2408152"/>
                <a:gd name="connsiteX3" fmla="*/ 1662521 w 3151324"/>
                <a:gd name="connsiteY3" fmla="*/ 1227526 h 2408152"/>
                <a:gd name="connsiteX4" fmla="*/ 1412007 w 3151324"/>
                <a:gd name="connsiteY4" fmla="*/ 965320 h 2408152"/>
                <a:gd name="connsiteX5" fmla="*/ 1408619 w 3151324"/>
                <a:gd name="connsiteY5" fmla="*/ 863414 h 2408152"/>
                <a:gd name="connsiteX6" fmla="*/ 1419780 w 3151324"/>
                <a:gd name="connsiteY6" fmla="*/ 852984 h 2408152"/>
                <a:gd name="connsiteX7" fmla="*/ 2056993 w 3151324"/>
                <a:gd name="connsiteY7" fmla="*/ 838834 h 2408152"/>
                <a:gd name="connsiteX8" fmla="*/ 2066045 w 3151324"/>
                <a:gd name="connsiteY8" fmla="*/ 837837 h 2408152"/>
                <a:gd name="connsiteX9" fmla="*/ 2081166 w 3151324"/>
                <a:gd name="connsiteY9" fmla="*/ 598491 h 2408152"/>
                <a:gd name="connsiteX10" fmla="*/ 2084628 w 3151324"/>
                <a:gd name="connsiteY10" fmla="*/ 608647 h 2408152"/>
                <a:gd name="connsiteX11" fmla="*/ 2089079 w 3151324"/>
                <a:gd name="connsiteY11" fmla="*/ 758650 h 2408152"/>
                <a:gd name="connsiteX12" fmla="*/ 2075394 w 3151324"/>
                <a:gd name="connsiteY12" fmla="*/ 778580 h 2408152"/>
                <a:gd name="connsiteX13" fmla="*/ 1828401 w 3151324"/>
                <a:gd name="connsiteY13" fmla="*/ 841823 h 2408152"/>
                <a:gd name="connsiteX14" fmla="*/ 1571376 w 3151324"/>
                <a:gd name="connsiteY14" fmla="*/ 838833 h 2408152"/>
                <a:gd name="connsiteX15" fmla="*/ 1400448 w 3151324"/>
                <a:gd name="connsiteY15" fmla="*/ 793593 h 2408152"/>
                <a:gd name="connsiteX16" fmla="*/ 1387294 w 3151324"/>
                <a:gd name="connsiteY16" fmla="*/ 779045 h 2408152"/>
                <a:gd name="connsiteX17" fmla="*/ 1381116 w 3151324"/>
                <a:gd name="connsiteY17" fmla="*/ 600875 h 2408152"/>
                <a:gd name="connsiteX18" fmla="*/ 1711946 w 3151324"/>
                <a:gd name="connsiteY18" fmla="*/ 681124 h 2408152"/>
                <a:gd name="connsiteX19" fmla="*/ 1744033 w 3151324"/>
                <a:gd name="connsiteY19" fmla="*/ 679198 h 2408152"/>
                <a:gd name="connsiteX20" fmla="*/ 2070279 w 3151324"/>
                <a:gd name="connsiteY20" fmla="*/ 599147 h 2408152"/>
                <a:gd name="connsiteX21" fmla="*/ 2081166 w 3151324"/>
                <a:gd name="connsiteY21" fmla="*/ 598491 h 2408152"/>
                <a:gd name="connsiteX22" fmla="*/ 2195504 w 3151324"/>
                <a:gd name="connsiteY22" fmla="*/ 542814 h 2408152"/>
                <a:gd name="connsiteX23" fmla="*/ 2201350 w 3151324"/>
                <a:gd name="connsiteY23" fmla="*/ 555369 h 2408152"/>
                <a:gd name="connsiteX24" fmla="*/ 2202147 w 3151324"/>
                <a:gd name="connsiteY24" fmla="*/ 648706 h 2408152"/>
                <a:gd name="connsiteX25" fmla="*/ 2209454 w 3151324"/>
                <a:gd name="connsiteY25" fmla="*/ 671625 h 2408152"/>
                <a:gd name="connsiteX26" fmla="*/ 2211315 w 3151324"/>
                <a:gd name="connsiteY26" fmla="*/ 686705 h 2408152"/>
                <a:gd name="connsiteX27" fmla="*/ 2204074 w 3151324"/>
                <a:gd name="connsiteY27" fmla="*/ 750413 h 2408152"/>
                <a:gd name="connsiteX28" fmla="*/ 2223937 w 3151324"/>
                <a:gd name="connsiteY28" fmla="*/ 1038926 h 2408152"/>
                <a:gd name="connsiteX29" fmla="*/ 2159166 w 3151324"/>
                <a:gd name="connsiteY29" fmla="*/ 1048360 h 2408152"/>
                <a:gd name="connsiteX30" fmla="*/ 2183214 w 3151324"/>
                <a:gd name="connsiteY30" fmla="*/ 820964 h 2408152"/>
                <a:gd name="connsiteX31" fmla="*/ 2190256 w 3151324"/>
                <a:gd name="connsiteY31" fmla="*/ 713477 h 2408152"/>
                <a:gd name="connsiteX32" fmla="*/ 2184941 w 3151324"/>
                <a:gd name="connsiteY32" fmla="*/ 687170 h 2408152"/>
                <a:gd name="connsiteX33" fmla="*/ 2183546 w 3151324"/>
                <a:gd name="connsiteY33" fmla="*/ 678600 h 2408152"/>
                <a:gd name="connsiteX34" fmla="*/ 2190455 w 3151324"/>
                <a:gd name="connsiteY34" fmla="*/ 572575 h 2408152"/>
                <a:gd name="connsiteX35" fmla="*/ 2190654 w 3151324"/>
                <a:gd name="connsiteY35" fmla="*/ 556100 h 2408152"/>
                <a:gd name="connsiteX36" fmla="*/ 2195504 w 3151324"/>
                <a:gd name="connsiteY36" fmla="*/ 542814 h 2408152"/>
                <a:gd name="connsiteX37" fmla="*/ 1772134 w 3151324"/>
                <a:gd name="connsiteY37" fmla="*/ 307246 h 2408152"/>
                <a:gd name="connsiteX38" fmla="*/ 2379254 w 3151324"/>
                <a:gd name="connsiteY38" fmla="*/ 474389 h 2408152"/>
                <a:gd name="connsiteX39" fmla="*/ 2255890 w 3151324"/>
                <a:gd name="connsiteY39" fmla="*/ 505877 h 2408152"/>
                <a:gd name="connsiteX40" fmla="*/ 2114590 w 3151324"/>
                <a:gd name="connsiteY40" fmla="*/ 505146 h 2408152"/>
                <a:gd name="connsiteX41" fmla="*/ 1832255 w 3151324"/>
                <a:gd name="connsiteY41" fmla="*/ 445690 h 2408152"/>
                <a:gd name="connsiteX42" fmla="*/ 1822024 w 3151324"/>
                <a:gd name="connsiteY42" fmla="*/ 445557 h 2408152"/>
                <a:gd name="connsiteX43" fmla="*/ 1723307 w 3151324"/>
                <a:gd name="connsiteY43" fmla="*/ 449477 h 2408152"/>
                <a:gd name="connsiteX44" fmla="*/ 1712877 w 3151324"/>
                <a:gd name="connsiteY44" fmla="*/ 452865 h 2408152"/>
                <a:gd name="connsiteX45" fmla="*/ 1716929 w 3151324"/>
                <a:gd name="connsiteY45" fmla="*/ 463693 h 2408152"/>
                <a:gd name="connsiteX46" fmla="*/ 1752935 w 3151324"/>
                <a:gd name="connsiteY46" fmla="*/ 475319 h 2408152"/>
                <a:gd name="connsiteX47" fmla="*/ 1822556 w 3151324"/>
                <a:gd name="connsiteY47" fmla="*/ 464955 h 2408152"/>
                <a:gd name="connsiteX48" fmla="*/ 1836506 w 3151324"/>
                <a:gd name="connsiteY48" fmla="*/ 463095 h 2408152"/>
                <a:gd name="connsiteX49" fmla="*/ 2156375 w 3151324"/>
                <a:gd name="connsiteY49" fmla="*/ 529195 h 2408152"/>
                <a:gd name="connsiteX50" fmla="*/ 1736792 w 3151324"/>
                <a:gd name="connsiteY50" fmla="*/ 632629 h 2408152"/>
                <a:gd name="connsiteX51" fmla="*/ 1701052 w 3151324"/>
                <a:gd name="connsiteY51" fmla="*/ 632961 h 2408152"/>
                <a:gd name="connsiteX52" fmla="*/ 1145616 w 3151324"/>
                <a:gd name="connsiteY52" fmla="*/ 498171 h 2408152"/>
                <a:gd name="connsiteX53" fmla="*/ 1133326 w 3151324"/>
                <a:gd name="connsiteY53" fmla="*/ 492192 h 2408152"/>
                <a:gd name="connsiteX54" fmla="*/ 1733006 w 3151324"/>
                <a:gd name="connsiteY54" fmla="*/ 307778 h 2408152"/>
                <a:gd name="connsiteX55" fmla="*/ 1772134 w 3151324"/>
                <a:gd name="connsiteY55" fmla="*/ 307246 h 2408152"/>
                <a:gd name="connsiteX56" fmla="*/ 0 w 3151324"/>
                <a:gd name="connsiteY56" fmla="*/ 0 h 2408152"/>
                <a:gd name="connsiteX57" fmla="*/ 1534972 w 3151324"/>
                <a:gd name="connsiteY57" fmla="*/ 1528462 h 2408152"/>
                <a:gd name="connsiteX58" fmla="*/ 3151324 w 3151324"/>
                <a:gd name="connsiteY58" fmla="*/ 909650 h 2408152"/>
                <a:gd name="connsiteX59" fmla="*/ 1377263 w 3151324"/>
                <a:gd name="connsiteY59" fmla="*/ 2408152 h 2408152"/>
                <a:gd name="connsiteX60" fmla="*/ 1344845 w 3151324"/>
                <a:gd name="connsiteY60" fmla="*/ 2160893 h 2408152"/>
                <a:gd name="connsiteX61" fmla="*/ 1110540 w 3151324"/>
                <a:gd name="connsiteY61" fmla="*/ 1948178 h 2408152"/>
                <a:gd name="connsiteX62" fmla="*/ 1085296 w 3151324"/>
                <a:gd name="connsiteY62" fmla="*/ 1918616 h 2408152"/>
                <a:gd name="connsiteX63" fmla="*/ 971565 w 3151324"/>
                <a:gd name="connsiteY63" fmla="*/ 1456118 h 2408152"/>
                <a:gd name="connsiteX64" fmla="*/ 550055 w 3151324"/>
                <a:gd name="connsiteY64" fmla="*/ 612767 h 2408152"/>
                <a:gd name="connsiteX65" fmla="*/ 92340 w 3151324"/>
                <a:gd name="connsiteY65" fmla="*/ 86959 h 2408152"/>
                <a:gd name="connsiteX66" fmla="*/ 0 w 3151324"/>
                <a:gd name="connsiteY66" fmla="*/ 0 h 240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3151324" h="2408152">
                  <a:moveTo>
                    <a:pt x="2066045" y="837837"/>
                  </a:moveTo>
                  <a:cubicBezTo>
                    <a:pt x="2068171" y="838751"/>
                    <a:pt x="2069483" y="841226"/>
                    <a:pt x="2070213" y="846208"/>
                  </a:cubicBezTo>
                  <a:cubicBezTo>
                    <a:pt x="2084828" y="944726"/>
                    <a:pt x="2063769" y="1034940"/>
                    <a:pt x="2001589" y="1112466"/>
                  </a:cubicBezTo>
                  <a:cubicBezTo>
                    <a:pt x="1913766" y="1221946"/>
                    <a:pt x="1797577" y="1261473"/>
                    <a:pt x="1662521" y="1227526"/>
                  </a:cubicBezTo>
                  <a:cubicBezTo>
                    <a:pt x="1526602" y="1193380"/>
                    <a:pt x="1443164" y="1102369"/>
                    <a:pt x="1412007" y="965320"/>
                  </a:cubicBezTo>
                  <a:cubicBezTo>
                    <a:pt x="1404434" y="931905"/>
                    <a:pt x="1404434" y="897560"/>
                    <a:pt x="1408619" y="863414"/>
                  </a:cubicBezTo>
                  <a:cubicBezTo>
                    <a:pt x="1409283" y="857767"/>
                    <a:pt x="1408287" y="848932"/>
                    <a:pt x="1419780" y="852984"/>
                  </a:cubicBezTo>
                  <a:cubicBezTo>
                    <a:pt x="1674612" y="932968"/>
                    <a:pt x="1867264" y="899752"/>
                    <a:pt x="2056993" y="838834"/>
                  </a:cubicBezTo>
                  <a:cubicBezTo>
                    <a:pt x="2060979" y="837572"/>
                    <a:pt x="2063919" y="836924"/>
                    <a:pt x="2066045" y="837837"/>
                  </a:cubicBezTo>
                  <a:close/>
                  <a:moveTo>
                    <a:pt x="2081166" y="598491"/>
                  </a:moveTo>
                  <a:cubicBezTo>
                    <a:pt x="2083449" y="599696"/>
                    <a:pt x="2084496" y="602702"/>
                    <a:pt x="2084628" y="608647"/>
                  </a:cubicBezTo>
                  <a:cubicBezTo>
                    <a:pt x="2085625" y="658670"/>
                    <a:pt x="2086954" y="708627"/>
                    <a:pt x="2089079" y="758650"/>
                  </a:cubicBezTo>
                  <a:cubicBezTo>
                    <a:pt x="2089544" y="770010"/>
                    <a:pt x="2085027" y="774461"/>
                    <a:pt x="2075394" y="778580"/>
                  </a:cubicBezTo>
                  <a:cubicBezTo>
                    <a:pt x="1996208" y="812061"/>
                    <a:pt x="1913367" y="831127"/>
                    <a:pt x="1828401" y="841823"/>
                  </a:cubicBezTo>
                  <a:cubicBezTo>
                    <a:pt x="1742638" y="852651"/>
                    <a:pt x="1656941" y="852983"/>
                    <a:pt x="1571376" y="838833"/>
                  </a:cubicBezTo>
                  <a:cubicBezTo>
                    <a:pt x="1512983" y="829134"/>
                    <a:pt x="1455785" y="814918"/>
                    <a:pt x="1400448" y="793593"/>
                  </a:cubicBezTo>
                  <a:cubicBezTo>
                    <a:pt x="1393605" y="790936"/>
                    <a:pt x="1387560" y="789009"/>
                    <a:pt x="1387294" y="779045"/>
                  </a:cubicBezTo>
                  <a:cubicBezTo>
                    <a:pt x="1385700" y="720585"/>
                    <a:pt x="1383308" y="662125"/>
                    <a:pt x="1381116" y="600875"/>
                  </a:cubicBezTo>
                  <a:cubicBezTo>
                    <a:pt x="1460103" y="619941"/>
                    <a:pt x="1678996" y="672488"/>
                    <a:pt x="1711946" y="681124"/>
                  </a:cubicBezTo>
                  <a:cubicBezTo>
                    <a:pt x="1723240" y="684114"/>
                    <a:pt x="1733404" y="681789"/>
                    <a:pt x="1744033" y="679198"/>
                  </a:cubicBezTo>
                  <a:cubicBezTo>
                    <a:pt x="1852782" y="652559"/>
                    <a:pt x="1961597" y="626185"/>
                    <a:pt x="2070279" y="599147"/>
                  </a:cubicBezTo>
                  <a:cubicBezTo>
                    <a:pt x="2075361" y="597885"/>
                    <a:pt x="2078882" y="597287"/>
                    <a:pt x="2081166" y="598491"/>
                  </a:cubicBezTo>
                  <a:close/>
                  <a:moveTo>
                    <a:pt x="2195504" y="542814"/>
                  </a:moveTo>
                  <a:cubicBezTo>
                    <a:pt x="2204074" y="542349"/>
                    <a:pt x="2201283" y="550653"/>
                    <a:pt x="2201350" y="555369"/>
                  </a:cubicBezTo>
                  <a:cubicBezTo>
                    <a:pt x="2201881" y="586459"/>
                    <a:pt x="2201948" y="617616"/>
                    <a:pt x="2202147" y="648706"/>
                  </a:cubicBezTo>
                  <a:cubicBezTo>
                    <a:pt x="2202213" y="657076"/>
                    <a:pt x="2200885" y="665380"/>
                    <a:pt x="2209454" y="671625"/>
                  </a:cubicBezTo>
                  <a:cubicBezTo>
                    <a:pt x="2214038" y="674947"/>
                    <a:pt x="2214636" y="681590"/>
                    <a:pt x="2211315" y="686705"/>
                  </a:cubicBezTo>
                  <a:cubicBezTo>
                    <a:pt x="2198161" y="706767"/>
                    <a:pt x="2199689" y="730351"/>
                    <a:pt x="2204074" y="750413"/>
                  </a:cubicBezTo>
                  <a:cubicBezTo>
                    <a:pt x="2217625" y="813723"/>
                    <a:pt x="2222209" y="1004714"/>
                    <a:pt x="2223937" y="1038926"/>
                  </a:cubicBezTo>
                  <a:cubicBezTo>
                    <a:pt x="2200021" y="1031951"/>
                    <a:pt x="2179892" y="1038129"/>
                    <a:pt x="2159166" y="1048360"/>
                  </a:cubicBezTo>
                  <a:cubicBezTo>
                    <a:pt x="2155910" y="1025507"/>
                    <a:pt x="2178564" y="875504"/>
                    <a:pt x="2183214" y="820964"/>
                  </a:cubicBezTo>
                  <a:cubicBezTo>
                    <a:pt x="2186270" y="785223"/>
                    <a:pt x="2193179" y="749682"/>
                    <a:pt x="2190256" y="713477"/>
                  </a:cubicBezTo>
                  <a:cubicBezTo>
                    <a:pt x="2189525" y="704442"/>
                    <a:pt x="2191319" y="695208"/>
                    <a:pt x="2184941" y="687170"/>
                  </a:cubicBezTo>
                  <a:cubicBezTo>
                    <a:pt x="2183347" y="685177"/>
                    <a:pt x="2182549" y="680859"/>
                    <a:pt x="2183546" y="678600"/>
                  </a:cubicBezTo>
                  <a:cubicBezTo>
                    <a:pt x="2199091" y="644056"/>
                    <a:pt x="2187266" y="607850"/>
                    <a:pt x="2190455" y="572575"/>
                  </a:cubicBezTo>
                  <a:cubicBezTo>
                    <a:pt x="2190920" y="567128"/>
                    <a:pt x="2189990" y="561547"/>
                    <a:pt x="2190654" y="556100"/>
                  </a:cubicBezTo>
                  <a:cubicBezTo>
                    <a:pt x="2191252" y="551317"/>
                    <a:pt x="2187333" y="543279"/>
                    <a:pt x="2195504" y="542814"/>
                  </a:cubicBezTo>
                  <a:close/>
                  <a:moveTo>
                    <a:pt x="1772134" y="307246"/>
                  </a:moveTo>
                  <a:cubicBezTo>
                    <a:pt x="1972691" y="362783"/>
                    <a:pt x="2173448" y="417789"/>
                    <a:pt x="2379254" y="474389"/>
                  </a:cubicBezTo>
                  <a:cubicBezTo>
                    <a:pt x="2334878" y="485416"/>
                    <a:pt x="2294288" y="492524"/>
                    <a:pt x="2255890" y="505877"/>
                  </a:cubicBezTo>
                  <a:cubicBezTo>
                    <a:pt x="2207794" y="522618"/>
                    <a:pt x="2161956" y="515643"/>
                    <a:pt x="2114590" y="505146"/>
                  </a:cubicBezTo>
                  <a:cubicBezTo>
                    <a:pt x="2020655" y="484353"/>
                    <a:pt x="1926322" y="465553"/>
                    <a:pt x="1832255" y="445690"/>
                  </a:cubicBezTo>
                  <a:cubicBezTo>
                    <a:pt x="1828601" y="444893"/>
                    <a:pt x="1825744" y="444162"/>
                    <a:pt x="1822024" y="445557"/>
                  </a:cubicBezTo>
                  <a:cubicBezTo>
                    <a:pt x="1789605" y="457581"/>
                    <a:pt x="1756523" y="458511"/>
                    <a:pt x="1723307" y="449477"/>
                  </a:cubicBezTo>
                  <a:cubicBezTo>
                    <a:pt x="1718125" y="448082"/>
                    <a:pt x="1715202" y="448347"/>
                    <a:pt x="1712877" y="452865"/>
                  </a:cubicBezTo>
                  <a:cubicBezTo>
                    <a:pt x="1710286" y="457913"/>
                    <a:pt x="1713674" y="461036"/>
                    <a:pt x="1716929" y="463693"/>
                  </a:cubicBezTo>
                  <a:cubicBezTo>
                    <a:pt x="1727359" y="472263"/>
                    <a:pt x="1740313" y="474123"/>
                    <a:pt x="1752935" y="475319"/>
                  </a:cubicBezTo>
                  <a:cubicBezTo>
                    <a:pt x="1776851" y="477511"/>
                    <a:pt x="1800500" y="475717"/>
                    <a:pt x="1822556" y="464955"/>
                  </a:cubicBezTo>
                  <a:cubicBezTo>
                    <a:pt x="1827139" y="462697"/>
                    <a:pt x="1831258" y="462032"/>
                    <a:pt x="1836506" y="463095"/>
                  </a:cubicBezTo>
                  <a:cubicBezTo>
                    <a:pt x="1941336" y="484885"/>
                    <a:pt x="2046165" y="506475"/>
                    <a:pt x="2156375" y="529195"/>
                  </a:cubicBezTo>
                  <a:cubicBezTo>
                    <a:pt x="2107083" y="541418"/>
                    <a:pt x="1830793" y="609311"/>
                    <a:pt x="1736792" y="632629"/>
                  </a:cubicBezTo>
                  <a:cubicBezTo>
                    <a:pt x="1724702" y="635618"/>
                    <a:pt x="1713408" y="635951"/>
                    <a:pt x="1701052" y="632961"/>
                  </a:cubicBezTo>
                  <a:cubicBezTo>
                    <a:pt x="1515973" y="587788"/>
                    <a:pt x="1330761" y="543013"/>
                    <a:pt x="1145616" y="498171"/>
                  </a:cubicBezTo>
                  <a:cubicBezTo>
                    <a:pt x="1141564" y="497175"/>
                    <a:pt x="1136980" y="497640"/>
                    <a:pt x="1133326" y="492192"/>
                  </a:cubicBezTo>
                  <a:cubicBezTo>
                    <a:pt x="1334017" y="430544"/>
                    <a:pt x="1533577" y="369293"/>
                    <a:pt x="1733006" y="307778"/>
                  </a:cubicBezTo>
                  <a:cubicBezTo>
                    <a:pt x="1746358" y="303659"/>
                    <a:pt x="1758515" y="303526"/>
                    <a:pt x="1772134" y="307246"/>
                  </a:cubicBezTo>
                  <a:close/>
                  <a:moveTo>
                    <a:pt x="0" y="0"/>
                  </a:moveTo>
                  <a:cubicBezTo>
                    <a:pt x="732410" y="287251"/>
                    <a:pt x="1248054" y="792265"/>
                    <a:pt x="1534972" y="1528462"/>
                  </a:cubicBezTo>
                  <a:cubicBezTo>
                    <a:pt x="2036399" y="1227792"/>
                    <a:pt x="2574696" y="1019263"/>
                    <a:pt x="3151324" y="909650"/>
                  </a:cubicBezTo>
                  <a:cubicBezTo>
                    <a:pt x="2438245" y="1262337"/>
                    <a:pt x="1848663" y="1761638"/>
                    <a:pt x="1377263" y="2408152"/>
                  </a:cubicBezTo>
                  <a:cubicBezTo>
                    <a:pt x="1392011" y="2319000"/>
                    <a:pt x="1381449" y="2237887"/>
                    <a:pt x="1344845" y="2160893"/>
                  </a:cubicBezTo>
                  <a:cubicBezTo>
                    <a:pt x="1296017" y="2058056"/>
                    <a:pt x="1218292" y="1986044"/>
                    <a:pt x="1110540" y="1948178"/>
                  </a:cubicBezTo>
                  <a:cubicBezTo>
                    <a:pt x="1094663" y="1942598"/>
                    <a:pt x="1087887" y="1934759"/>
                    <a:pt x="1085296" y="1918616"/>
                  </a:cubicBezTo>
                  <a:cubicBezTo>
                    <a:pt x="1059852" y="1761439"/>
                    <a:pt x="1021255" y="1607383"/>
                    <a:pt x="971565" y="1456118"/>
                  </a:cubicBezTo>
                  <a:cubicBezTo>
                    <a:pt x="872382" y="1154385"/>
                    <a:pt x="731945" y="873246"/>
                    <a:pt x="550055" y="612767"/>
                  </a:cubicBezTo>
                  <a:cubicBezTo>
                    <a:pt x="416261" y="421111"/>
                    <a:pt x="263601" y="245930"/>
                    <a:pt x="92340" y="86959"/>
                  </a:cubicBezTo>
                  <a:cubicBezTo>
                    <a:pt x="61317" y="58194"/>
                    <a:pt x="29562" y="3022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66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xmlns="" id="{EE95FEE4-01B3-442E-B61F-F44341379CDE}"/>
                </a:ext>
              </a:extLst>
            </p:cNvPr>
            <p:cNvSpPr/>
            <p:nvPr/>
          </p:nvSpPr>
          <p:spPr>
            <a:xfrm>
              <a:off x="2383949" y="2098404"/>
              <a:ext cx="3271743" cy="3224150"/>
            </a:xfrm>
            <a:custGeom>
              <a:avLst/>
              <a:gdLst>
                <a:gd name="connsiteX0" fmla="*/ 2448455 w 3271743"/>
                <a:gd name="connsiteY0" fmla="*/ 372151 h 3224150"/>
                <a:gd name="connsiteX1" fmla="*/ 2461675 w 3271743"/>
                <a:gd name="connsiteY1" fmla="*/ 695142 h 3224150"/>
                <a:gd name="connsiteX2" fmla="*/ 2447924 w 3271743"/>
                <a:gd name="connsiteY2" fmla="*/ 718526 h 3224150"/>
                <a:gd name="connsiteX3" fmla="*/ 1588695 w 3271743"/>
                <a:gd name="connsiteY3" fmla="*/ 1225600 h 3224150"/>
                <a:gd name="connsiteX4" fmla="*/ 606302 w 3271743"/>
                <a:gd name="connsiteY4" fmla="*/ 2209388 h 3224150"/>
                <a:gd name="connsiteX5" fmla="*/ 228837 w 3271743"/>
                <a:gd name="connsiteY5" fmla="*/ 2929907 h 3224150"/>
                <a:gd name="connsiteX6" fmla="*/ 160545 w 3271743"/>
                <a:gd name="connsiteY6" fmla="*/ 3198491 h 3224150"/>
                <a:gd name="connsiteX7" fmla="*/ 146860 w 3271743"/>
                <a:gd name="connsiteY7" fmla="*/ 3211445 h 3224150"/>
                <a:gd name="connsiteX8" fmla="*/ 10276 w 3271743"/>
                <a:gd name="connsiteY8" fmla="*/ 3224001 h 3224150"/>
                <a:gd name="connsiteX9" fmla="*/ 511 w 3271743"/>
                <a:gd name="connsiteY9" fmla="*/ 3210116 h 3224150"/>
                <a:gd name="connsiteX10" fmla="*/ 26685 w 3271743"/>
                <a:gd name="connsiteY10" fmla="*/ 2966777 h 3224150"/>
                <a:gd name="connsiteX11" fmla="*/ 308622 w 3271743"/>
                <a:gd name="connsiteY11" fmla="*/ 2234101 h 3224150"/>
                <a:gd name="connsiteX12" fmla="*/ 1012865 w 3271743"/>
                <a:gd name="connsiteY12" fmla="*/ 1345376 h 3224150"/>
                <a:gd name="connsiteX13" fmla="*/ 2448455 w 3271743"/>
                <a:gd name="connsiteY13" fmla="*/ 372151 h 3224150"/>
                <a:gd name="connsiteX14" fmla="*/ 2894145 w 3271743"/>
                <a:gd name="connsiteY14" fmla="*/ 0 h 3224150"/>
                <a:gd name="connsiteX15" fmla="*/ 2987349 w 3271743"/>
                <a:gd name="connsiteY15" fmla="*/ 241014 h 3224150"/>
                <a:gd name="connsiteX16" fmla="*/ 3009869 w 3271743"/>
                <a:gd name="connsiteY16" fmla="*/ 255962 h 3224150"/>
                <a:gd name="connsiteX17" fmla="*/ 3271743 w 3271743"/>
                <a:gd name="connsiteY17" fmla="*/ 258087 h 3224150"/>
                <a:gd name="connsiteX18" fmla="*/ 3067466 w 3271743"/>
                <a:gd name="connsiteY18" fmla="*/ 424499 h 3224150"/>
                <a:gd name="connsiteX19" fmla="*/ 3060623 w 3271743"/>
                <a:gd name="connsiteY19" fmla="*/ 448880 h 3224150"/>
                <a:gd name="connsiteX20" fmla="*/ 3135425 w 3271743"/>
                <a:gd name="connsiteY20" fmla="*/ 685377 h 3224150"/>
                <a:gd name="connsiteX21" fmla="*/ 3136422 w 3271743"/>
                <a:gd name="connsiteY21" fmla="*/ 697069 h 3224150"/>
                <a:gd name="connsiteX22" fmla="*/ 2919190 w 3271743"/>
                <a:gd name="connsiteY22" fmla="*/ 556698 h 3224150"/>
                <a:gd name="connsiteX23" fmla="*/ 2892484 w 3271743"/>
                <a:gd name="connsiteY23" fmla="*/ 558093 h 3224150"/>
                <a:gd name="connsiteX24" fmla="*/ 2679438 w 3271743"/>
                <a:gd name="connsiteY24" fmla="*/ 709824 h 3224150"/>
                <a:gd name="connsiteX25" fmla="*/ 2744939 w 3271743"/>
                <a:gd name="connsiteY25" fmla="*/ 464358 h 3224150"/>
                <a:gd name="connsiteX26" fmla="*/ 2732118 w 3271743"/>
                <a:gd name="connsiteY26" fmla="*/ 427090 h 3224150"/>
                <a:gd name="connsiteX27" fmla="*/ 2526844 w 3271743"/>
                <a:gd name="connsiteY27" fmla="*/ 276290 h 3224150"/>
                <a:gd name="connsiteX28" fmla="*/ 2782606 w 3271743"/>
                <a:gd name="connsiteY28" fmla="*/ 262206 h 3224150"/>
                <a:gd name="connsiteX29" fmla="*/ 2811836 w 3271743"/>
                <a:gd name="connsiteY29" fmla="*/ 240350 h 3224150"/>
                <a:gd name="connsiteX30" fmla="*/ 2894145 w 3271743"/>
                <a:gd name="connsiteY30" fmla="*/ 0 h 322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271743" h="3224150">
                  <a:moveTo>
                    <a:pt x="2448455" y="372151"/>
                  </a:moveTo>
                  <a:cubicBezTo>
                    <a:pt x="2451046" y="432139"/>
                    <a:pt x="2459217" y="646381"/>
                    <a:pt x="2461675" y="695142"/>
                  </a:cubicBezTo>
                  <a:cubicBezTo>
                    <a:pt x="2462273" y="707100"/>
                    <a:pt x="2459549" y="713278"/>
                    <a:pt x="2447924" y="718526"/>
                  </a:cubicBezTo>
                  <a:cubicBezTo>
                    <a:pt x="2143334" y="856704"/>
                    <a:pt x="1857478" y="1026770"/>
                    <a:pt x="1588695" y="1225600"/>
                  </a:cubicBezTo>
                  <a:cubicBezTo>
                    <a:pt x="1211961" y="1504281"/>
                    <a:pt x="878540" y="1826409"/>
                    <a:pt x="606302" y="2209388"/>
                  </a:cubicBezTo>
                  <a:cubicBezTo>
                    <a:pt x="447796" y="2432333"/>
                    <a:pt x="316261" y="2669627"/>
                    <a:pt x="228837" y="2929907"/>
                  </a:cubicBezTo>
                  <a:cubicBezTo>
                    <a:pt x="199341" y="3017730"/>
                    <a:pt x="175492" y="3107014"/>
                    <a:pt x="160545" y="3198491"/>
                  </a:cubicBezTo>
                  <a:cubicBezTo>
                    <a:pt x="159150" y="3207127"/>
                    <a:pt x="156094" y="3210714"/>
                    <a:pt x="146860" y="3211445"/>
                  </a:cubicBezTo>
                  <a:cubicBezTo>
                    <a:pt x="101288" y="3215165"/>
                    <a:pt x="55782" y="3219350"/>
                    <a:pt x="10276" y="3224001"/>
                  </a:cubicBezTo>
                  <a:cubicBezTo>
                    <a:pt x="-3010" y="3225396"/>
                    <a:pt x="312" y="3216759"/>
                    <a:pt x="511" y="3210116"/>
                  </a:cubicBezTo>
                  <a:cubicBezTo>
                    <a:pt x="3434" y="3128405"/>
                    <a:pt x="11472" y="3047159"/>
                    <a:pt x="26685" y="2966777"/>
                  </a:cubicBezTo>
                  <a:cubicBezTo>
                    <a:pt x="76044" y="2705368"/>
                    <a:pt x="177552" y="2463955"/>
                    <a:pt x="308622" y="2234101"/>
                  </a:cubicBezTo>
                  <a:cubicBezTo>
                    <a:pt x="498018" y="1902008"/>
                    <a:pt x="738169" y="1609775"/>
                    <a:pt x="1012865" y="1345376"/>
                  </a:cubicBezTo>
                  <a:cubicBezTo>
                    <a:pt x="1429923" y="944129"/>
                    <a:pt x="2018110" y="554307"/>
                    <a:pt x="2448455" y="372151"/>
                  </a:cubicBezTo>
                  <a:close/>
                  <a:moveTo>
                    <a:pt x="2894145" y="0"/>
                  </a:moveTo>
                  <a:cubicBezTo>
                    <a:pt x="2917994" y="61383"/>
                    <a:pt x="2981171" y="221351"/>
                    <a:pt x="2987349" y="241014"/>
                  </a:cubicBezTo>
                  <a:cubicBezTo>
                    <a:pt x="2991202" y="253371"/>
                    <a:pt x="2997911" y="255962"/>
                    <a:pt x="3009869" y="255962"/>
                  </a:cubicBezTo>
                  <a:cubicBezTo>
                    <a:pt x="3090384" y="256227"/>
                    <a:pt x="3261779" y="258087"/>
                    <a:pt x="3271743" y="258087"/>
                  </a:cubicBezTo>
                  <a:cubicBezTo>
                    <a:pt x="3219594" y="300670"/>
                    <a:pt x="3086598" y="410482"/>
                    <a:pt x="3067466" y="424499"/>
                  </a:cubicBezTo>
                  <a:cubicBezTo>
                    <a:pt x="3057700" y="431674"/>
                    <a:pt x="3057169" y="438118"/>
                    <a:pt x="3060623" y="448880"/>
                  </a:cubicBezTo>
                  <a:cubicBezTo>
                    <a:pt x="3085934" y="527601"/>
                    <a:pt x="3110580" y="606522"/>
                    <a:pt x="3135425" y="685377"/>
                  </a:cubicBezTo>
                  <a:cubicBezTo>
                    <a:pt x="3136488" y="688698"/>
                    <a:pt x="3139079" y="691887"/>
                    <a:pt x="3136422" y="697069"/>
                  </a:cubicBezTo>
                  <a:cubicBezTo>
                    <a:pt x="3097094" y="671758"/>
                    <a:pt x="2951941" y="578953"/>
                    <a:pt x="2919190" y="556698"/>
                  </a:cubicBezTo>
                  <a:cubicBezTo>
                    <a:pt x="2908627" y="549524"/>
                    <a:pt x="2902250" y="550985"/>
                    <a:pt x="2892484" y="558093"/>
                  </a:cubicBezTo>
                  <a:cubicBezTo>
                    <a:pt x="2827448" y="605326"/>
                    <a:pt x="2686612" y="705040"/>
                    <a:pt x="2679438" y="709824"/>
                  </a:cubicBezTo>
                  <a:cubicBezTo>
                    <a:pt x="2701626" y="626186"/>
                    <a:pt x="2722685" y="545139"/>
                    <a:pt x="2744939" y="464358"/>
                  </a:cubicBezTo>
                  <a:cubicBezTo>
                    <a:pt x="2749523" y="447617"/>
                    <a:pt x="2747464" y="437985"/>
                    <a:pt x="2732118" y="427090"/>
                  </a:cubicBezTo>
                  <a:cubicBezTo>
                    <a:pt x="2664225" y="378728"/>
                    <a:pt x="2597660" y="328572"/>
                    <a:pt x="2526844" y="276290"/>
                  </a:cubicBezTo>
                  <a:cubicBezTo>
                    <a:pt x="2539599" y="275227"/>
                    <a:pt x="2707671" y="265329"/>
                    <a:pt x="2782606" y="262206"/>
                  </a:cubicBezTo>
                  <a:cubicBezTo>
                    <a:pt x="2798948" y="261542"/>
                    <a:pt x="2806655" y="256692"/>
                    <a:pt x="2811836" y="240350"/>
                  </a:cubicBezTo>
                  <a:cubicBezTo>
                    <a:pt x="2836416" y="163289"/>
                    <a:pt x="2889428" y="2857"/>
                    <a:pt x="2894145" y="0"/>
                  </a:cubicBezTo>
                  <a:close/>
                </a:path>
              </a:pathLst>
            </a:custGeom>
            <a:solidFill>
              <a:schemeClr val="accent3"/>
            </a:solidFill>
            <a:ln w="66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xmlns="" id="{0230FBEA-36CB-4122-9B31-54FF1059D7BC}"/>
                </a:ext>
              </a:extLst>
            </p:cNvPr>
            <p:cNvSpPr/>
            <p:nvPr/>
          </p:nvSpPr>
          <p:spPr>
            <a:xfrm>
              <a:off x="535730" y="2193270"/>
              <a:ext cx="2101105" cy="1886069"/>
            </a:xfrm>
            <a:custGeom>
              <a:avLst/>
              <a:gdLst>
                <a:gd name="connsiteX0" fmla="*/ 1820762 w 2101105"/>
                <a:gd name="connsiteY0" fmla="*/ 1317342 h 1886069"/>
                <a:gd name="connsiteX1" fmla="*/ 2101104 w 2101105"/>
                <a:gd name="connsiteY1" fmla="*/ 1606054 h 1886069"/>
                <a:gd name="connsiteX2" fmla="*/ 1815381 w 2101105"/>
                <a:gd name="connsiteY2" fmla="*/ 1886064 h 1886069"/>
                <a:gd name="connsiteX3" fmla="*/ 1532714 w 2101105"/>
                <a:gd name="connsiteY3" fmla="*/ 1606054 h 1886069"/>
                <a:gd name="connsiteX4" fmla="*/ 1820762 w 2101105"/>
                <a:gd name="connsiteY4" fmla="*/ 1317342 h 1886069"/>
                <a:gd name="connsiteX5" fmla="*/ 367501 w 2101105"/>
                <a:gd name="connsiteY5" fmla="*/ 754997 h 1886069"/>
                <a:gd name="connsiteX6" fmla="*/ 371487 w 2101105"/>
                <a:gd name="connsiteY6" fmla="*/ 775325 h 1886069"/>
                <a:gd name="connsiteX7" fmla="*/ 371753 w 2101105"/>
                <a:gd name="connsiteY7" fmla="*/ 844879 h 1886069"/>
                <a:gd name="connsiteX8" fmla="*/ 376469 w 2101105"/>
                <a:gd name="connsiteY8" fmla="*/ 865407 h 1886069"/>
                <a:gd name="connsiteX9" fmla="*/ 378396 w 2101105"/>
                <a:gd name="connsiteY9" fmla="*/ 875637 h 1886069"/>
                <a:gd name="connsiteX10" fmla="*/ 374875 w 2101105"/>
                <a:gd name="connsiteY10" fmla="*/ 952499 h 1886069"/>
                <a:gd name="connsiteX11" fmla="*/ 400584 w 2101105"/>
                <a:gd name="connsiteY11" fmla="*/ 1188597 h 1886069"/>
                <a:gd name="connsiteX12" fmla="*/ 347372 w 2101105"/>
                <a:gd name="connsiteY12" fmla="*/ 1181223 h 1886069"/>
                <a:gd name="connsiteX13" fmla="*/ 360725 w 2101105"/>
                <a:gd name="connsiteY13" fmla="*/ 903472 h 1886069"/>
                <a:gd name="connsiteX14" fmla="*/ 355344 w 2101105"/>
                <a:gd name="connsiteY14" fmla="*/ 879291 h 1886069"/>
                <a:gd name="connsiteX15" fmla="*/ 353550 w 2101105"/>
                <a:gd name="connsiteY15" fmla="*/ 870854 h 1886069"/>
                <a:gd name="connsiteX16" fmla="*/ 362054 w 2101105"/>
                <a:gd name="connsiteY16" fmla="*/ 776122 h 1886069"/>
                <a:gd name="connsiteX17" fmla="*/ 367501 w 2101105"/>
                <a:gd name="connsiteY17" fmla="*/ 754997 h 1886069"/>
                <a:gd name="connsiteX18" fmla="*/ 1039932 w 2101105"/>
                <a:gd name="connsiteY18" fmla="*/ 628378 h 1886069"/>
                <a:gd name="connsiteX19" fmla="*/ 1046899 w 2101105"/>
                <a:gd name="connsiteY19" fmla="*/ 635154 h 1886069"/>
                <a:gd name="connsiteX20" fmla="*/ 1104827 w 2101105"/>
                <a:gd name="connsiteY20" fmla="*/ 949243 h 1886069"/>
                <a:gd name="connsiteX21" fmla="*/ 867466 w 2101105"/>
                <a:gd name="connsiteY21" fmla="*/ 1103033 h 1886069"/>
                <a:gd name="connsiteX22" fmla="*/ 632298 w 2101105"/>
                <a:gd name="connsiteY22" fmla="*/ 981728 h 1886069"/>
                <a:gd name="connsiteX23" fmla="*/ 602603 w 2101105"/>
                <a:gd name="connsiteY23" fmla="*/ 919349 h 1886069"/>
                <a:gd name="connsiteX24" fmla="*/ 607320 w 2101105"/>
                <a:gd name="connsiteY24" fmla="*/ 907125 h 1886069"/>
                <a:gd name="connsiteX25" fmla="*/ 726897 w 2101105"/>
                <a:gd name="connsiteY25" fmla="*/ 863081 h 1886069"/>
                <a:gd name="connsiteX26" fmla="*/ 935493 w 2101105"/>
                <a:gd name="connsiteY26" fmla="*/ 730948 h 1886069"/>
                <a:gd name="connsiteX27" fmla="*/ 1030224 w 2101105"/>
                <a:gd name="connsiteY27" fmla="*/ 632563 h 1886069"/>
                <a:gd name="connsiteX28" fmla="*/ 1039932 w 2101105"/>
                <a:gd name="connsiteY28" fmla="*/ 628378 h 1886069"/>
                <a:gd name="connsiteX29" fmla="*/ 946122 w 2101105"/>
                <a:gd name="connsiteY29" fmla="*/ 409087 h 1886069"/>
                <a:gd name="connsiteX30" fmla="*/ 1028962 w 2101105"/>
                <a:gd name="connsiteY30" fmla="*/ 538828 h 1886069"/>
                <a:gd name="connsiteX31" fmla="*/ 1024445 w 2101105"/>
                <a:gd name="connsiteY31" fmla="*/ 557894 h 1886069"/>
                <a:gd name="connsiteX32" fmla="*/ 731813 w 2101105"/>
                <a:gd name="connsiteY32" fmla="*/ 804622 h 1886069"/>
                <a:gd name="connsiteX33" fmla="*/ 541685 w 2101105"/>
                <a:gd name="connsiteY33" fmla="*/ 872648 h 1886069"/>
                <a:gd name="connsiteX34" fmla="*/ 516507 w 2101105"/>
                <a:gd name="connsiteY34" fmla="*/ 862550 h 1886069"/>
                <a:gd name="connsiteX35" fmla="*/ 443366 w 2101105"/>
                <a:gd name="connsiteY35" fmla="*/ 747291 h 1886069"/>
                <a:gd name="connsiteX36" fmla="*/ 601606 w 2101105"/>
                <a:gd name="connsiteY36" fmla="*/ 687702 h 1886069"/>
                <a:gd name="connsiteX37" fmla="*/ 726432 w 2101105"/>
                <a:gd name="connsiteY37" fmla="*/ 641333 h 1886069"/>
                <a:gd name="connsiteX38" fmla="*/ 760312 w 2101105"/>
                <a:gd name="connsiteY38" fmla="*/ 614893 h 1886069"/>
                <a:gd name="connsiteX39" fmla="*/ 946122 w 2101105"/>
                <a:gd name="connsiteY39" fmla="*/ 409087 h 1886069"/>
                <a:gd name="connsiteX40" fmla="*/ 1074069 w 2101105"/>
                <a:gd name="connsiteY40" fmla="*/ 209725 h 1886069"/>
                <a:gd name="connsiteX41" fmla="*/ 1010693 w 2101105"/>
                <a:gd name="connsiteY41" fmla="*/ 280010 h 1886069"/>
                <a:gd name="connsiteX42" fmla="*/ 738589 w 2101105"/>
                <a:gd name="connsiteY42" fmla="*/ 582673 h 1886069"/>
                <a:gd name="connsiteX43" fmla="*/ 668636 w 2101105"/>
                <a:gd name="connsiteY43" fmla="*/ 619011 h 1886069"/>
                <a:gd name="connsiteX44" fmla="*/ 375008 w 2101105"/>
                <a:gd name="connsiteY44" fmla="*/ 729554 h 1886069"/>
                <a:gd name="connsiteX45" fmla="*/ 360791 w 2101105"/>
                <a:gd name="connsiteY45" fmla="*/ 733207 h 1886069"/>
                <a:gd name="connsiteX46" fmla="*/ 416461 w 2101105"/>
                <a:gd name="connsiteY46" fmla="*/ 675212 h 1886069"/>
                <a:gd name="connsiteX47" fmla="*/ 548528 w 2101105"/>
                <a:gd name="connsiteY47" fmla="*/ 538496 h 1886069"/>
                <a:gd name="connsiteX48" fmla="*/ 571247 w 2101105"/>
                <a:gd name="connsiteY48" fmla="*/ 525475 h 1886069"/>
                <a:gd name="connsiteX49" fmla="*/ 635620 w 2101105"/>
                <a:gd name="connsiteY49" fmla="*/ 483357 h 1886069"/>
                <a:gd name="connsiteX50" fmla="*/ 637746 w 2101105"/>
                <a:gd name="connsiteY50" fmla="*/ 465687 h 1886069"/>
                <a:gd name="connsiteX51" fmla="*/ 624193 w 2101105"/>
                <a:gd name="connsiteY51" fmla="*/ 473459 h 1886069"/>
                <a:gd name="connsiteX52" fmla="*/ 569387 w 2101105"/>
                <a:gd name="connsiteY52" fmla="*/ 508469 h 1886069"/>
                <a:gd name="connsiteX53" fmla="*/ 540224 w 2101105"/>
                <a:gd name="connsiteY53" fmla="*/ 527468 h 1886069"/>
                <a:gd name="connsiteX54" fmla="*/ 345446 w 2101105"/>
                <a:gd name="connsiteY54" fmla="*/ 730218 h 1886069"/>
                <a:gd name="connsiteX55" fmla="*/ 302597 w 2101105"/>
                <a:gd name="connsiteY55" fmla="*/ 756392 h 1886069"/>
                <a:gd name="connsiteX56" fmla="*/ 172391 w 2101105"/>
                <a:gd name="connsiteY56" fmla="*/ 805485 h 1886069"/>
                <a:gd name="connsiteX57" fmla="*/ 319405 w 2101105"/>
                <a:gd name="connsiteY57" fmla="*/ 632430 h 1886069"/>
                <a:gd name="connsiteX58" fmla="*/ 524679 w 2101105"/>
                <a:gd name="connsiteY58" fmla="*/ 389888 h 1886069"/>
                <a:gd name="connsiteX59" fmla="*/ 552779 w 2101105"/>
                <a:gd name="connsiteY59" fmla="*/ 371420 h 1886069"/>
                <a:gd name="connsiteX60" fmla="*/ 1059919 w 2101105"/>
                <a:gd name="connsiteY60" fmla="*/ 213578 h 1886069"/>
                <a:gd name="connsiteX61" fmla="*/ 1074069 w 2101105"/>
                <a:gd name="connsiteY61" fmla="*/ 209725 h 1886069"/>
                <a:gd name="connsiteX62" fmla="*/ 1191454 w 2101105"/>
                <a:gd name="connsiteY62" fmla="*/ 0 h 1886069"/>
                <a:gd name="connsiteX63" fmla="*/ 1390284 w 2101105"/>
                <a:gd name="connsiteY63" fmla="*/ 317145 h 1886069"/>
                <a:gd name="connsiteX64" fmla="*/ 1648969 w 2101105"/>
                <a:gd name="connsiteY64" fmla="*/ 892245 h 1886069"/>
                <a:gd name="connsiteX65" fmla="*/ 1740313 w 2101105"/>
                <a:gd name="connsiteY65" fmla="*/ 1190657 h 1886069"/>
                <a:gd name="connsiteX66" fmla="*/ 1730680 w 2101105"/>
                <a:gd name="connsiteY66" fmla="*/ 1208062 h 1886069"/>
                <a:gd name="connsiteX67" fmla="*/ 1415661 w 2101105"/>
                <a:gd name="connsiteY67" fmla="*/ 1535703 h 1886069"/>
                <a:gd name="connsiteX68" fmla="*/ 1414664 w 2101105"/>
                <a:gd name="connsiteY68" fmla="*/ 1652358 h 1886069"/>
                <a:gd name="connsiteX69" fmla="*/ 1414731 w 2101105"/>
                <a:gd name="connsiteY69" fmla="*/ 1662854 h 1886069"/>
                <a:gd name="connsiteX70" fmla="*/ 0 w 2101105"/>
                <a:gd name="connsiteY70" fmla="*/ 1482824 h 1886069"/>
                <a:gd name="connsiteX71" fmla="*/ 438981 w 2101105"/>
                <a:gd name="connsiteY71" fmla="*/ 1344181 h 1886069"/>
                <a:gd name="connsiteX72" fmla="*/ 989568 w 2101105"/>
                <a:gd name="connsiteY72" fmla="*/ 1221348 h 1886069"/>
                <a:gd name="connsiteX73" fmla="*/ 1360855 w 2101105"/>
                <a:gd name="connsiteY73" fmla="*/ 1171790 h 1886069"/>
                <a:gd name="connsiteX74" fmla="*/ 1374340 w 2101105"/>
                <a:gd name="connsiteY74" fmla="*/ 1157640 h 1886069"/>
                <a:gd name="connsiteX75" fmla="*/ 1370155 w 2101105"/>
                <a:gd name="connsiteY75" fmla="*/ 892312 h 1886069"/>
                <a:gd name="connsiteX76" fmla="*/ 1191454 w 2101105"/>
                <a:gd name="connsiteY76" fmla="*/ 0 h 188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101105" h="1886069">
                  <a:moveTo>
                    <a:pt x="1820762" y="1317342"/>
                  </a:moveTo>
                  <a:cubicBezTo>
                    <a:pt x="1973622" y="1317674"/>
                    <a:pt x="2101569" y="1449475"/>
                    <a:pt x="2101104" y="1606054"/>
                  </a:cubicBezTo>
                  <a:cubicBezTo>
                    <a:pt x="2100639" y="1763697"/>
                    <a:pt x="1974950" y="1886994"/>
                    <a:pt x="1815381" y="1886064"/>
                  </a:cubicBezTo>
                  <a:cubicBezTo>
                    <a:pt x="1658137" y="1885201"/>
                    <a:pt x="1532116" y="1760309"/>
                    <a:pt x="1532714" y="1606054"/>
                  </a:cubicBezTo>
                  <a:cubicBezTo>
                    <a:pt x="1533312" y="1446086"/>
                    <a:pt x="1662123" y="1317010"/>
                    <a:pt x="1820762" y="1317342"/>
                  </a:cubicBezTo>
                  <a:close/>
                  <a:moveTo>
                    <a:pt x="367501" y="754997"/>
                  </a:moveTo>
                  <a:cubicBezTo>
                    <a:pt x="375406" y="754731"/>
                    <a:pt x="371288" y="768150"/>
                    <a:pt x="371487" y="775325"/>
                  </a:cubicBezTo>
                  <a:cubicBezTo>
                    <a:pt x="372085" y="798510"/>
                    <a:pt x="371553" y="821694"/>
                    <a:pt x="371753" y="844879"/>
                  </a:cubicBezTo>
                  <a:cubicBezTo>
                    <a:pt x="371819" y="851921"/>
                    <a:pt x="369893" y="859494"/>
                    <a:pt x="376469" y="865407"/>
                  </a:cubicBezTo>
                  <a:cubicBezTo>
                    <a:pt x="379326" y="867997"/>
                    <a:pt x="379990" y="872315"/>
                    <a:pt x="378396" y="875637"/>
                  </a:cubicBezTo>
                  <a:cubicBezTo>
                    <a:pt x="366770" y="900815"/>
                    <a:pt x="372417" y="926723"/>
                    <a:pt x="374875" y="952499"/>
                  </a:cubicBezTo>
                  <a:cubicBezTo>
                    <a:pt x="378529" y="991228"/>
                    <a:pt x="403573" y="1180625"/>
                    <a:pt x="400584" y="1188597"/>
                  </a:cubicBezTo>
                  <a:cubicBezTo>
                    <a:pt x="383511" y="1182353"/>
                    <a:pt x="366571" y="1174447"/>
                    <a:pt x="347372" y="1181223"/>
                  </a:cubicBezTo>
                  <a:cubicBezTo>
                    <a:pt x="343851" y="1159633"/>
                    <a:pt x="356274" y="975085"/>
                    <a:pt x="360725" y="903472"/>
                  </a:cubicBezTo>
                  <a:cubicBezTo>
                    <a:pt x="361256" y="895168"/>
                    <a:pt x="362120" y="886399"/>
                    <a:pt x="355344" y="879291"/>
                  </a:cubicBezTo>
                  <a:cubicBezTo>
                    <a:pt x="353617" y="877497"/>
                    <a:pt x="352487" y="872847"/>
                    <a:pt x="353550" y="870854"/>
                  </a:cubicBezTo>
                  <a:cubicBezTo>
                    <a:pt x="370025" y="840362"/>
                    <a:pt x="357868" y="807544"/>
                    <a:pt x="362054" y="776122"/>
                  </a:cubicBezTo>
                  <a:cubicBezTo>
                    <a:pt x="363050" y="768615"/>
                    <a:pt x="357071" y="755396"/>
                    <a:pt x="367501" y="754997"/>
                  </a:cubicBezTo>
                  <a:close/>
                  <a:moveTo>
                    <a:pt x="1039932" y="628378"/>
                  </a:moveTo>
                  <a:cubicBezTo>
                    <a:pt x="1042465" y="629789"/>
                    <a:pt x="1044541" y="633028"/>
                    <a:pt x="1046899" y="635154"/>
                  </a:cubicBezTo>
                  <a:cubicBezTo>
                    <a:pt x="1133725" y="714473"/>
                    <a:pt x="1158571" y="840959"/>
                    <a:pt x="1104827" y="949243"/>
                  </a:cubicBezTo>
                  <a:cubicBezTo>
                    <a:pt x="1056664" y="1046366"/>
                    <a:pt x="974422" y="1097652"/>
                    <a:pt x="867466" y="1103033"/>
                  </a:cubicBezTo>
                  <a:cubicBezTo>
                    <a:pt x="767620" y="1108015"/>
                    <a:pt x="688366" y="1065299"/>
                    <a:pt x="632298" y="981728"/>
                  </a:cubicBezTo>
                  <a:cubicBezTo>
                    <a:pt x="619344" y="962463"/>
                    <a:pt x="609977" y="941404"/>
                    <a:pt x="602603" y="919349"/>
                  </a:cubicBezTo>
                  <a:cubicBezTo>
                    <a:pt x="600809" y="913968"/>
                    <a:pt x="598816" y="909450"/>
                    <a:pt x="607320" y="907125"/>
                  </a:cubicBezTo>
                  <a:cubicBezTo>
                    <a:pt x="648441" y="896031"/>
                    <a:pt x="687370" y="878693"/>
                    <a:pt x="726897" y="863081"/>
                  </a:cubicBezTo>
                  <a:cubicBezTo>
                    <a:pt x="790538" y="831460"/>
                    <a:pt x="876900" y="778314"/>
                    <a:pt x="935493" y="730948"/>
                  </a:cubicBezTo>
                  <a:cubicBezTo>
                    <a:pt x="968775" y="699792"/>
                    <a:pt x="1001526" y="668037"/>
                    <a:pt x="1030224" y="632563"/>
                  </a:cubicBezTo>
                  <a:cubicBezTo>
                    <a:pt x="1034410" y="627381"/>
                    <a:pt x="1037399" y="626966"/>
                    <a:pt x="1039932" y="628378"/>
                  </a:cubicBezTo>
                  <a:close/>
                  <a:moveTo>
                    <a:pt x="946122" y="409087"/>
                  </a:moveTo>
                  <a:cubicBezTo>
                    <a:pt x="974023" y="452932"/>
                    <a:pt x="1001260" y="496046"/>
                    <a:pt x="1028962" y="538828"/>
                  </a:cubicBezTo>
                  <a:cubicBezTo>
                    <a:pt x="1034675" y="547664"/>
                    <a:pt x="1028497" y="552181"/>
                    <a:pt x="1024445" y="557894"/>
                  </a:cubicBezTo>
                  <a:cubicBezTo>
                    <a:pt x="948646" y="665912"/>
                    <a:pt x="849596" y="746428"/>
                    <a:pt x="731813" y="804622"/>
                  </a:cubicBezTo>
                  <a:cubicBezTo>
                    <a:pt x="671094" y="834583"/>
                    <a:pt x="608316" y="858764"/>
                    <a:pt x="541685" y="872648"/>
                  </a:cubicBezTo>
                  <a:cubicBezTo>
                    <a:pt x="529860" y="875106"/>
                    <a:pt x="523217" y="873578"/>
                    <a:pt x="516507" y="862550"/>
                  </a:cubicBezTo>
                  <a:cubicBezTo>
                    <a:pt x="493123" y="824219"/>
                    <a:pt x="468477" y="786685"/>
                    <a:pt x="443366" y="747291"/>
                  </a:cubicBezTo>
                  <a:cubicBezTo>
                    <a:pt x="497109" y="727029"/>
                    <a:pt x="549325" y="707366"/>
                    <a:pt x="601606" y="687702"/>
                  </a:cubicBezTo>
                  <a:cubicBezTo>
                    <a:pt x="643193" y="672090"/>
                    <a:pt x="684580" y="655948"/>
                    <a:pt x="726432" y="641333"/>
                  </a:cubicBezTo>
                  <a:cubicBezTo>
                    <a:pt x="741312" y="636151"/>
                    <a:pt x="750546" y="625721"/>
                    <a:pt x="760312" y="614893"/>
                  </a:cubicBezTo>
                  <a:cubicBezTo>
                    <a:pt x="821761" y="546667"/>
                    <a:pt x="883344" y="478575"/>
                    <a:pt x="946122" y="409087"/>
                  </a:cubicBezTo>
                  <a:close/>
                  <a:moveTo>
                    <a:pt x="1074069" y="209725"/>
                  </a:moveTo>
                  <a:cubicBezTo>
                    <a:pt x="1050552" y="235833"/>
                    <a:pt x="1030623" y="257888"/>
                    <a:pt x="1010693" y="280010"/>
                  </a:cubicBezTo>
                  <a:cubicBezTo>
                    <a:pt x="919881" y="380787"/>
                    <a:pt x="828538" y="481165"/>
                    <a:pt x="738589" y="582673"/>
                  </a:cubicBezTo>
                  <a:cubicBezTo>
                    <a:pt x="719191" y="604595"/>
                    <a:pt x="693017" y="609644"/>
                    <a:pt x="668636" y="619011"/>
                  </a:cubicBezTo>
                  <a:cubicBezTo>
                    <a:pt x="571048" y="656611"/>
                    <a:pt x="472928" y="692883"/>
                    <a:pt x="375008" y="729554"/>
                  </a:cubicBezTo>
                  <a:cubicBezTo>
                    <a:pt x="372284" y="730550"/>
                    <a:pt x="369361" y="731015"/>
                    <a:pt x="360791" y="733207"/>
                  </a:cubicBezTo>
                  <a:cubicBezTo>
                    <a:pt x="381850" y="711218"/>
                    <a:pt x="399123" y="693149"/>
                    <a:pt x="416461" y="675212"/>
                  </a:cubicBezTo>
                  <a:cubicBezTo>
                    <a:pt x="460506" y="629640"/>
                    <a:pt x="504550" y="584134"/>
                    <a:pt x="548528" y="538496"/>
                  </a:cubicBezTo>
                  <a:cubicBezTo>
                    <a:pt x="554905" y="531853"/>
                    <a:pt x="561615" y="527800"/>
                    <a:pt x="571247" y="525475"/>
                  </a:cubicBezTo>
                  <a:cubicBezTo>
                    <a:pt x="597156" y="519098"/>
                    <a:pt x="619344" y="505081"/>
                    <a:pt x="635620" y="483357"/>
                  </a:cubicBezTo>
                  <a:cubicBezTo>
                    <a:pt x="639340" y="478375"/>
                    <a:pt x="645186" y="471267"/>
                    <a:pt x="637746" y="465687"/>
                  </a:cubicBezTo>
                  <a:cubicBezTo>
                    <a:pt x="629907" y="459774"/>
                    <a:pt x="627980" y="469739"/>
                    <a:pt x="624193" y="473459"/>
                  </a:cubicBezTo>
                  <a:cubicBezTo>
                    <a:pt x="608383" y="489071"/>
                    <a:pt x="590712" y="502423"/>
                    <a:pt x="569387" y="508469"/>
                  </a:cubicBezTo>
                  <a:cubicBezTo>
                    <a:pt x="556965" y="511990"/>
                    <a:pt x="548727" y="518566"/>
                    <a:pt x="540224" y="527468"/>
                  </a:cubicBezTo>
                  <a:cubicBezTo>
                    <a:pt x="475519" y="595229"/>
                    <a:pt x="410017" y="662258"/>
                    <a:pt x="345446" y="730218"/>
                  </a:cubicBezTo>
                  <a:cubicBezTo>
                    <a:pt x="333156" y="743172"/>
                    <a:pt x="318740" y="750480"/>
                    <a:pt x="302597" y="756392"/>
                  </a:cubicBezTo>
                  <a:cubicBezTo>
                    <a:pt x="260679" y="771937"/>
                    <a:pt x="218827" y="787947"/>
                    <a:pt x="172391" y="805485"/>
                  </a:cubicBezTo>
                  <a:cubicBezTo>
                    <a:pt x="223543" y="745298"/>
                    <a:pt x="271507" y="688964"/>
                    <a:pt x="319405" y="632430"/>
                  </a:cubicBezTo>
                  <a:cubicBezTo>
                    <a:pt x="387896" y="551649"/>
                    <a:pt x="456387" y="470868"/>
                    <a:pt x="524679" y="389888"/>
                  </a:cubicBezTo>
                  <a:cubicBezTo>
                    <a:pt x="532385" y="380720"/>
                    <a:pt x="540954" y="375074"/>
                    <a:pt x="552779" y="371420"/>
                  </a:cubicBezTo>
                  <a:cubicBezTo>
                    <a:pt x="721915" y="319205"/>
                    <a:pt x="890917" y="266325"/>
                    <a:pt x="1059919" y="213578"/>
                  </a:cubicBezTo>
                  <a:cubicBezTo>
                    <a:pt x="1062710" y="212714"/>
                    <a:pt x="1065633" y="211984"/>
                    <a:pt x="1074069" y="209725"/>
                  </a:cubicBezTo>
                  <a:close/>
                  <a:moveTo>
                    <a:pt x="1191454" y="0"/>
                  </a:moveTo>
                  <a:cubicBezTo>
                    <a:pt x="1263798" y="102305"/>
                    <a:pt x="1329698" y="208064"/>
                    <a:pt x="1390284" y="317145"/>
                  </a:cubicBezTo>
                  <a:cubicBezTo>
                    <a:pt x="1492722" y="501560"/>
                    <a:pt x="1578817" y="693348"/>
                    <a:pt x="1648969" y="892245"/>
                  </a:cubicBezTo>
                  <a:cubicBezTo>
                    <a:pt x="1683580" y="990431"/>
                    <a:pt x="1713740" y="1090013"/>
                    <a:pt x="1740313" y="1190657"/>
                  </a:cubicBezTo>
                  <a:cubicBezTo>
                    <a:pt x="1742705" y="1199824"/>
                    <a:pt x="1743900" y="1205537"/>
                    <a:pt x="1730680" y="1208062"/>
                  </a:cubicBezTo>
                  <a:cubicBezTo>
                    <a:pt x="1568720" y="1239418"/>
                    <a:pt x="1442433" y="1371086"/>
                    <a:pt x="1415661" y="1535703"/>
                  </a:cubicBezTo>
                  <a:cubicBezTo>
                    <a:pt x="1409350" y="1574500"/>
                    <a:pt x="1409616" y="1613429"/>
                    <a:pt x="1414664" y="1652358"/>
                  </a:cubicBezTo>
                  <a:cubicBezTo>
                    <a:pt x="1415063" y="1655214"/>
                    <a:pt x="1414731" y="1658137"/>
                    <a:pt x="1414731" y="1662854"/>
                  </a:cubicBezTo>
                  <a:cubicBezTo>
                    <a:pt x="952632" y="1523879"/>
                    <a:pt x="481365" y="1466747"/>
                    <a:pt x="0" y="1482824"/>
                  </a:cubicBezTo>
                  <a:cubicBezTo>
                    <a:pt x="38065" y="1469604"/>
                    <a:pt x="329767" y="1374075"/>
                    <a:pt x="438981" y="1344181"/>
                  </a:cubicBezTo>
                  <a:cubicBezTo>
                    <a:pt x="620539" y="1294490"/>
                    <a:pt x="803891" y="1252770"/>
                    <a:pt x="989568" y="1221348"/>
                  </a:cubicBezTo>
                  <a:cubicBezTo>
                    <a:pt x="1112799" y="1200489"/>
                    <a:pt x="1236561" y="1184014"/>
                    <a:pt x="1360855" y="1171790"/>
                  </a:cubicBezTo>
                  <a:cubicBezTo>
                    <a:pt x="1370886" y="1170794"/>
                    <a:pt x="1374075" y="1167738"/>
                    <a:pt x="1374340" y="1157640"/>
                  </a:cubicBezTo>
                  <a:cubicBezTo>
                    <a:pt x="1376599" y="1069153"/>
                    <a:pt x="1374938" y="980732"/>
                    <a:pt x="1370155" y="892312"/>
                  </a:cubicBezTo>
                  <a:cubicBezTo>
                    <a:pt x="1364575" y="789342"/>
                    <a:pt x="1328635" y="432869"/>
                    <a:pt x="1191454" y="0"/>
                  </a:cubicBezTo>
                  <a:close/>
                </a:path>
              </a:pathLst>
            </a:custGeom>
            <a:solidFill>
              <a:schemeClr val="accent4"/>
            </a:solidFill>
            <a:ln w="66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xmlns="" id="{0790D962-122E-4A28-A21B-62D91AEA62A4}"/>
                </a:ext>
              </a:extLst>
            </p:cNvPr>
            <p:cNvSpPr/>
            <p:nvPr/>
          </p:nvSpPr>
          <p:spPr>
            <a:xfrm>
              <a:off x="495473" y="3900285"/>
              <a:ext cx="1911660" cy="1364723"/>
            </a:xfrm>
            <a:custGeom>
              <a:avLst/>
              <a:gdLst>
                <a:gd name="connsiteX0" fmla="*/ 1124225 w 1911660"/>
                <a:gd name="connsiteY0" fmla="*/ 235649 h 1364723"/>
                <a:gd name="connsiteX1" fmla="*/ 1741110 w 1911660"/>
                <a:gd name="connsiteY1" fmla="*/ 1364723 h 1364723"/>
                <a:gd name="connsiteX2" fmla="*/ 1074401 w 1911660"/>
                <a:gd name="connsiteY2" fmla="*/ 469157 h 1364723"/>
                <a:gd name="connsiteX3" fmla="*/ 0 w 1911660"/>
                <a:gd name="connsiteY3" fmla="*/ 153473 h 1364723"/>
                <a:gd name="connsiteX4" fmla="*/ 1065499 w 1911660"/>
                <a:gd name="connsiteY4" fmla="*/ 33298 h 1364723"/>
                <a:gd name="connsiteX5" fmla="*/ 1903204 w 1911660"/>
                <a:gd name="connsiteY5" fmla="*/ 452150 h 1364723"/>
                <a:gd name="connsiteX6" fmla="*/ 1906924 w 1911660"/>
                <a:gd name="connsiteY6" fmla="*/ 479055 h 1364723"/>
                <a:gd name="connsiteX7" fmla="*/ 1775788 w 1911660"/>
                <a:gd name="connsiteY7" fmla="*/ 724454 h 1364723"/>
                <a:gd name="connsiteX8" fmla="*/ 1124225 w 1911660"/>
                <a:gd name="connsiteY8" fmla="*/ 235649 h 1364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1660" h="1364723">
                  <a:moveTo>
                    <a:pt x="1124225" y="235649"/>
                  </a:moveTo>
                  <a:cubicBezTo>
                    <a:pt x="1478705" y="534260"/>
                    <a:pt x="1687101" y="907474"/>
                    <a:pt x="1741110" y="1364723"/>
                  </a:cubicBezTo>
                  <a:cubicBezTo>
                    <a:pt x="1615222" y="994366"/>
                    <a:pt x="1395798" y="692965"/>
                    <a:pt x="1074401" y="469157"/>
                  </a:cubicBezTo>
                  <a:cubicBezTo>
                    <a:pt x="752473" y="244949"/>
                    <a:pt x="393010" y="143840"/>
                    <a:pt x="0" y="153473"/>
                  </a:cubicBezTo>
                  <a:cubicBezTo>
                    <a:pt x="332491" y="4998"/>
                    <a:pt x="708096" y="-37253"/>
                    <a:pt x="1065499" y="33298"/>
                  </a:cubicBezTo>
                  <a:cubicBezTo>
                    <a:pt x="1377529" y="94947"/>
                    <a:pt x="1665444" y="241562"/>
                    <a:pt x="1903204" y="452150"/>
                  </a:cubicBezTo>
                  <a:cubicBezTo>
                    <a:pt x="1913501" y="461251"/>
                    <a:pt x="1913965" y="467230"/>
                    <a:pt x="1906924" y="479055"/>
                  </a:cubicBezTo>
                  <a:cubicBezTo>
                    <a:pt x="1861950" y="554920"/>
                    <a:pt x="1778511" y="719339"/>
                    <a:pt x="1775788" y="724454"/>
                  </a:cubicBezTo>
                  <a:cubicBezTo>
                    <a:pt x="1621068" y="479321"/>
                    <a:pt x="1407490" y="314902"/>
                    <a:pt x="1124225" y="235649"/>
                  </a:cubicBezTo>
                  <a:close/>
                </a:path>
              </a:pathLst>
            </a:custGeom>
            <a:solidFill>
              <a:schemeClr val="accent6"/>
            </a:solidFill>
            <a:ln w="66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xmlns="" id="{0EE6253B-FD73-49CD-9133-11943E4BFA07}"/>
                </a:ext>
              </a:extLst>
            </p:cNvPr>
            <p:cNvGrpSpPr/>
            <p:nvPr/>
          </p:nvGrpSpPr>
          <p:grpSpPr>
            <a:xfrm>
              <a:off x="2455542" y="3797066"/>
              <a:ext cx="1501623" cy="2300001"/>
              <a:chOff x="2455542" y="3797066"/>
              <a:chExt cx="1501623" cy="2300001"/>
            </a:xfrm>
            <a:solidFill>
              <a:schemeClr val="accent2"/>
            </a:solidFill>
          </p:grpSpPr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xmlns="" id="{E94C63C0-8AB8-4B14-8EB2-41AEEB8B2079}"/>
                  </a:ext>
                </a:extLst>
              </p:cNvPr>
              <p:cNvSpPr/>
              <p:nvPr/>
            </p:nvSpPr>
            <p:spPr>
              <a:xfrm>
                <a:off x="2455542" y="4220901"/>
                <a:ext cx="948701" cy="1876166"/>
              </a:xfrm>
              <a:custGeom>
                <a:avLst/>
                <a:gdLst>
                  <a:gd name="connsiteX0" fmla="*/ 0 w 948701"/>
                  <a:gd name="connsiteY0" fmla="*/ 1876166 h 1876166"/>
                  <a:gd name="connsiteX1" fmla="*/ 790605 w 948701"/>
                  <a:gd name="connsiteY1" fmla="*/ 0 h 1876166"/>
                  <a:gd name="connsiteX2" fmla="*/ 925660 w 948701"/>
                  <a:gd name="connsiteY2" fmla="*/ 247259 h 1876166"/>
                  <a:gd name="connsiteX3" fmla="*/ 948313 w 948701"/>
                  <a:gd name="connsiteY3" fmla="*/ 295489 h 1876166"/>
                  <a:gd name="connsiteX4" fmla="*/ 916559 w 948701"/>
                  <a:gd name="connsiteY4" fmla="*/ 338869 h 1876166"/>
                  <a:gd name="connsiteX5" fmla="*/ 304656 w 948701"/>
                  <a:gd name="connsiteY5" fmla="*/ 1249715 h 1876166"/>
                  <a:gd name="connsiteX6" fmla="*/ 2923 w 948701"/>
                  <a:gd name="connsiteY6" fmla="*/ 1871649 h 1876166"/>
                  <a:gd name="connsiteX7" fmla="*/ 0 w 948701"/>
                  <a:gd name="connsiteY7" fmla="*/ 1876166 h 1876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701" h="1876166">
                    <a:moveTo>
                      <a:pt x="0" y="1876166"/>
                    </a:moveTo>
                    <a:cubicBezTo>
                      <a:pt x="136916" y="1198562"/>
                      <a:pt x="398790" y="573173"/>
                      <a:pt x="790605" y="0"/>
                    </a:cubicBezTo>
                    <a:cubicBezTo>
                      <a:pt x="836642" y="84103"/>
                      <a:pt x="881483" y="165482"/>
                      <a:pt x="925660" y="247259"/>
                    </a:cubicBezTo>
                    <a:cubicBezTo>
                      <a:pt x="934230" y="263203"/>
                      <a:pt x="951502" y="279146"/>
                      <a:pt x="948313" y="295489"/>
                    </a:cubicBezTo>
                    <a:cubicBezTo>
                      <a:pt x="945191" y="311432"/>
                      <a:pt x="927919" y="324652"/>
                      <a:pt x="916559" y="338869"/>
                    </a:cubicBezTo>
                    <a:cubicBezTo>
                      <a:pt x="687037" y="625322"/>
                      <a:pt x="482494" y="928517"/>
                      <a:pt x="304656" y="1249715"/>
                    </a:cubicBezTo>
                    <a:cubicBezTo>
                      <a:pt x="192851" y="1451601"/>
                      <a:pt x="92008" y="1658735"/>
                      <a:pt x="2923" y="1871649"/>
                    </a:cubicBezTo>
                    <a:cubicBezTo>
                      <a:pt x="2325" y="1873310"/>
                      <a:pt x="1063" y="1874705"/>
                      <a:pt x="0" y="1876166"/>
                    </a:cubicBezTo>
                    <a:close/>
                  </a:path>
                </a:pathLst>
              </a:custGeom>
              <a:grpFill/>
              <a:ln w="66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xmlns="" id="{91FFA16B-E714-451D-92D8-3E7362F89E65}"/>
                  </a:ext>
                </a:extLst>
              </p:cNvPr>
              <p:cNvSpPr/>
              <p:nvPr/>
            </p:nvSpPr>
            <p:spPr>
              <a:xfrm>
                <a:off x="3380006" y="3797066"/>
                <a:ext cx="577159" cy="552645"/>
              </a:xfrm>
              <a:custGeom>
                <a:avLst/>
                <a:gdLst>
                  <a:gd name="connsiteX0" fmla="*/ 114861 w 577159"/>
                  <a:gd name="connsiteY0" fmla="*/ 552646 h 552645"/>
                  <a:gd name="connsiteX1" fmla="*/ 165016 w 577159"/>
                  <a:gd name="connsiteY1" fmla="*/ 363182 h 552645"/>
                  <a:gd name="connsiteX2" fmla="*/ 154388 w 577159"/>
                  <a:gd name="connsiteY2" fmla="*/ 331893 h 552645"/>
                  <a:gd name="connsiteX3" fmla="*/ 0 w 577159"/>
                  <a:gd name="connsiteY3" fmla="*/ 214375 h 552645"/>
                  <a:gd name="connsiteX4" fmla="*/ 195044 w 577159"/>
                  <a:gd name="connsiteY4" fmla="*/ 204012 h 552645"/>
                  <a:gd name="connsiteX5" fmla="*/ 217033 w 577159"/>
                  <a:gd name="connsiteY5" fmla="*/ 188201 h 552645"/>
                  <a:gd name="connsiteX6" fmla="*/ 282468 w 577159"/>
                  <a:gd name="connsiteY6" fmla="*/ 0 h 552645"/>
                  <a:gd name="connsiteX7" fmla="*/ 353948 w 577159"/>
                  <a:gd name="connsiteY7" fmla="*/ 184614 h 552645"/>
                  <a:gd name="connsiteX8" fmla="*/ 374875 w 577159"/>
                  <a:gd name="connsiteY8" fmla="*/ 199295 h 552645"/>
                  <a:gd name="connsiteX9" fmla="*/ 577159 w 577159"/>
                  <a:gd name="connsiteY9" fmla="*/ 200292 h 552645"/>
                  <a:gd name="connsiteX10" fmla="*/ 424366 w 577159"/>
                  <a:gd name="connsiteY10" fmla="*/ 325117 h 552645"/>
                  <a:gd name="connsiteX11" fmla="*/ 413936 w 577159"/>
                  <a:gd name="connsiteY11" fmla="*/ 356739 h 552645"/>
                  <a:gd name="connsiteX12" fmla="*/ 470204 w 577159"/>
                  <a:gd name="connsiteY12" fmla="*/ 542814 h 552645"/>
                  <a:gd name="connsiteX13" fmla="*/ 304590 w 577159"/>
                  <a:gd name="connsiteY13" fmla="*/ 436058 h 552645"/>
                  <a:gd name="connsiteX14" fmla="*/ 279346 w 577159"/>
                  <a:gd name="connsiteY14" fmla="*/ 436058 h 552645"/>
                  <a:gd name="connsiteX15" fmla="*/ 114861 w 577159"/>
                  <a:gd name="connsiteY15" fmla="*/ 552646 h 552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77159" h="552645">
                    <a:moveTo>
                      <a:pt x="114861" y="552646"/>
                    </a:moveTo>
                    <a:cubicBezTo>
                      <a:pt x="128080" y="502756"/>
                      <a:pt x="159636" y="377997"/>
                      <a:pt x="165016" y="363182"/>
                    </a:cubicBezTo>
                    <a:cubicBezTo>
                      <a:pt x="170198" y="348900"/>
                      <a:pt x="166810" y="340728"/>
                      <a:pt x="154388" y="331893"/>
                    </a:cubicBezTo>
                    <a:cubicBezTo>
                      <a:pt x="105361" y="296950"/>
                      <a:pt x="1595" y="220553"/>
                      <a:pt x="0" y="214375"/>
                    </a:cubicBezTo>
                    <a:cubicBezTo>
                      <a:pt x="34212" y="212316"/>
                      <a:pt x="164020" y="204809"/>
                      <a:pt x="195044" y="204012"/>
                    </a:cubicBezTo>
                    <a:cubicBezTo>
                      <a:pt x="206869" y="203746"/>
                      <a:pt x="213047" y="200890"/>
                      <a:pt x="217033" y="188201"/>
                    </a:cubicBezTo>
                    <a:cubicBezTo>
                      <a:pt x="235766" y="129077"/>
                      <a:pt x="276356" y="3056"/>
                      <a:pt x="282468" y="0"/>
                    </a:cubicBezTo>
                    <a:cubicBezTo>
                      <a:pt x="296153" y="35009"/>
                      <a:pt x="344781" y="157576"/>
                      <a:pt x="353948" y="184614"/>
                    </a:cubicBezTo>
                    <a:cubicBezTo>
                      <a:pt x="357802" y="196040"/>
                      <a:pt x="363382" y="199295"/>
                      <a:pt x="374875" y="199295"/>
                    </a:cubicBezTo>
                    <a:cubicBezTo>
                      <a:pt x="431607" y="199162"/>
                      <a:pt x="562876" y="200292"/>
                      <a:pt x="577159" y="200292"/>
                    </a:cubicBezTo>
                    <a:cubicBezTo>
                      <a:pt x="549590" y="223078"/>
                      <a:pt x="451138" y="305121"/>
                      <a:pt x="424366" y="325117"/>
                    </a:cubicBezTo>
                    <a:cubicBezTo>
                      <a:pt x="412143" y="334218"/>
                      <a:pt x="409020" y="342057"/>
                      <a:pt x="413936" y="356739"/>
                    </a:cubicBezTo>
                    <a:cubicBezTo>
                      <a:pt x="433069" y="413803"/>
                      <a:pt x="472662" y="536503"/>
                      <a:pt x="470204" y="542814"/>
                    </a:cubicBezTo>
                    <a:cubicBezTo>
                      <a:pt x="436590" y="521157"/>
                      <a:pt x="326180" y="450872"/>
                      <a:pt x="304590" y="436058"/>
                    </a:cubicBezTo>
                    <a:cubicBezTo>
                      <a:pt x="295356" y="429747"/>
                      <a:pt x="289244" y="428751"/>
                      <a:pt x="279346" y="436058"/>
                    </a:cubicBezTo>
                    <a:cubicBezTo>
                      <a:pt x="229389" y="472861"/>
                      <a:pt x="121238" y="548726"/>
                      <a:pt x="114861" y="552646"/>
                    </a:cubicBezTo>
                    <a:close/>
                  </a:path>
                </a:pathLst>
              </a:custGeom>
              <a:grpFill/>
              <a:ln w="66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xmlns="" id="{6AB4D3B6-8ADF-4842-AE74-6F6E4BBAE0B5}"/>
                </a:ext>
              </a:extLst>
            </p:cNvPr>
            <p:cNvSpPr/>
            <p:nvPr/>
          </p:nvSpPr>
          <p:spPr>
            <a:xfrm>
              <a:off x="2209146" y="2086114"/>
              <a:ext cx="1494449" cy="1250542"/>
            </a:xfrm>
            <a:custGeom>
              <a:avLst/>
              <a:gdLst>
                <a:gd name="connsiteX0" fmla="*/ 1100708 w 1494449"/>
                <a:gd name="connsiteY0" fmla="*/ 256560 h 1250542"/>
                <a:gd name="connsiteX1" fmla="*/ 1108547 w 1494449"/>
                <a:gd name="connsiteY1" fmla="*/ 316880 h 1250542"/>
                <a:gd name="connsiteX2" fmla="*/ 1031885 w 1494449"/>
                <a:gd name="connsiteY2" fmla="*/ 446023 h 1250542"/>
                <a:gd name="connsiteX3" fmla="*/ 841957 w 1494449"/>
                <a:gd name="connsiteY3" fmla="*/ 466086 h 1250542"/>
                <a:gd name="connsiteX4" fmla="*/ 741180 w 1494449"/>
                <a:gd name="connsiteY4" fmla="*/ 278416 h 1250542"/>
                <a:gd name="connsiteX5" fmla="*/ 741778 w 1494449"/>
                <a:gd name="connsiteY5" fmla="*/ 271175 h 1250542"/>
                <a:gd name="connsiteX6" fmla="*/ 834383 w 1494449"/>
                <a:gd name="connsiteY6" fmla="*/ 279280 h 1250542"/>
                <a:gd name="connsiteX7" fmla="*/ 1070283 w 1494449"/>
                <a:gd name="connsiteY7" fmla="*/ 262140 h 1250542"/>
                <a:gd name="connsiteX8" fmla="*/ 1100708 w 1494449"/>
                <a:gd name="connsiteY8" fmla="*/ 256560 h 1250542"/>
                <a:gd name="connsiteX9" fmla="*/ 0 w 1494449"/>
                <a:gd name="connsiteY9" fmla="*/ 0 h 1250542"/>
                <a:gd name="connsiteX10" fmla="*/ 651762 w 1494449"/>
                <a:gd name="connsiteY10" fmla="*/ 1060118 h 1250542"/>
                <a:gd name="connsiteX11" fmla="*/ 1492058 w 1494449"/>
                <a:gd name="connsiteY11" fmla="*/ 643790 h 1250542"/>
                <a:gd name="connsiteX12" fmla="*/ 1494449 w 1494449"/>
                <a:gd name="connsiteY12" fmla="*/ 647909 h 1250542"/>
                <a:gd name="connsiteX13" fmla="*/ 596557 w 1494449"/>
                <a:gd name="connsiteY13" fmla="*/ 1246393 h 1250542"/>
                <a:gd name="connsiteX14" fmla="*/ 579617 w 1494449"/>
                <a:gd name="connsiteY14" fmla="*/ 1239750 h 1250542"/>
                <a:gd name="connsiteX15" fmla="*/ 346110 w 1494449"/>
                <a:gd name="connsiteY15" fmla="*/ 626518 h 1250542"/>
                <a:gd name="connsiteX16" fmla="*/ 0 w 1494449"/>
                <a:gd name="connsiteY16" fmla="*/ 0 h 125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94449" h="1250542">
                  <a:moveTo>
                    <a:pt x="1100708" y="256560"/>
                  </a:moveTo>
                  <a:cubicBezTo>
                    <a:pt x="1101439" y="276888"/>
                    <a:pt x="1109212" y="295888"/>
                    <a:pt x="1108547" y="316880"/>
                  </a:cubicBezTo>
                  <a:cubicBezTo>
                    <a:pt x="1106687" y="374609"/>
                    <a:pt x="1078387" y="416395"/>
                    <a:pt x="1031885" y="446023"/>
                  </a:cubicBezTo>
                  <a:cubicBezTo>
                    <a:pt x="972561" y="483823"/>
                    <a:pt x="908654" y="490798"/>
                    <a:pt x="841957" y="466086"/>
                  </a:cubicBezTo>
                  <a:cubicBezTo>
                    <a:pt x="766424" y="438118"/>
                    <a:pt x="713876" y="365641"/>
                    <a:pt x="741180" y="278416"/>
                  </a:cubicBezTo>
                  <a:cubicBezTo>
                    <a:pt x="741911" y="276157"/>
                    <a:pt x="741645" y="273567"/>
                    <a:pt x="741778" y="271175"/>
                  </a:cubicBezTo>
                  <a:cubicBezTo>
                    <a:pt x="772602" y="274031"/>
                    <a:pt x="803360" y="277552"/>
                    <a:pt x="834383" y="279280"/>
                  </a:cubicBezTo>
                  <a:cubicBezTo>
                    <a:pt x="913836" y="283731"/>
                    <a:pt x="992159" y="275360"/>
                    <a:pt x="1070283" y="262140"/>
                  </a:cubicBezTo>
                  <a:cubicBezTo>
                    <a:pt x="1080447" y="260280"/>
                    <a:pt x="1090544" y="258354"/>
                    <a:pt x="1100708" y="256560"/>
                  </a:cubicBezTo>
                  <a:close/>
                  <a:moveTo>
                    <a:pt x="0" y="0"/>
                  </a:moveTo>
                  <a:cubicBezTo>
                    <a:pt x="302530" y="300338"/>
                    <a:pt x="498903" y="665912"/>
                    <a:pt x="651762" y="1060118"/>
                  </a:cubicBezTo>
                  <a:cubicBezTo>
                    <a:pt x="908322" y="873246"/>
                    <a:pt x="1179031" y="715337"/>
                    <a:pt x="1492058" y="643790"/>
                  </a:cubicBezTo>
                  <a:cubicBezTo>
                    <a:pt x="1492855" y="645185"/>
                    <a:pt x="1493652" y="646514"/>
                    <a:pt x="1494449" y="647909"/>
                  </a:cubicBezTo>
                  <a:cubicBezTo>
                    <a:pt x="1276154" y="765958"/>
                    <a:pt x="684912" y="1157906"/>
                    <a:pt x="596557" y="1246393"/>
                  </a:cubicBezTo>
                  <a:cubicBezTo>
                    <a:pt x="584666" y="1254564"/>
                    <a:pt x="582872" y="1249781"/>
                    <a:pt x="579617" y="1239750"/>
                  </a:cubicBezTo>
                  <a:cubicBezTo>
                    <a:pt x="552048" y="1124756"/>
                    <a:pt x="388493" y="714208"/>
                    <a:pt x="346110" y="626518"/>
                  </a:cubicBezTo>
                  <a:cubicBezTo>
                    <a:pt x="291038" y="512322"/>
                    <a:pt x="22387" y="40922"/>
                    <a:pt x="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66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xmlns="" id="{4171CBCD-3B43-42F6-953C-7374D88EC83F}"/>
                </a:ext>
              </a:extLst>
            </p:cNvPr>
            <p:cNvSpPr/>
            <p:nvPr/>
          </p:nvSpPr>
          <p:spPr>
            <a:xfrm>
              <a:off x="1262692" y="2924219"/>
              <a:ext cx="1256058" cy="917837"/>
            </a:xfrm>
            <a:custGeom>
              <a:avLst/>
              <a:gdLst>
                <a:gd name="connsiteX0" fmla="*/ 1088761 w 1256058"/>
                <a:gd name="connsiteY0" fmla="*/ 633088 h 917837"/>
                <a:gd name="connsiteX1" fmla="*/ 1141630 w 1256058"/>
                <a:gd name="connsiteY1" fmla="*/ 638940 h 917837"/>
                <a:gd name="connsiteX2" fmla="*/ 1255959 w 1256058"/>
                <a:gd name="connsiteY2" fmla="*/ 779510 h 917837"/>
                <a:gd name="connsiteX3" fmla="*/ 1165612 w 1256058"/>
                <a:gd name="connsiteY3" fmla="*/ 899951 h 917837"/>
                <a:gd name="connsiteX4" fmla="*/ 1096921 w 1256058"/>
                <a:gd name="connsiteY4" fmla="*/ 916824 h 917837"/>
                <a:gd name="connsiteX5" fmla="*/ 949177 w 1256058"/>
                <a:gd name="connsiteY5" fmla="*/ 849130 h 917837"/>
                <a:gd name="connsiteX6" fmla="*/ 954292 w 1256058"/>
                <a:gd name="connsiteY6" fmla="*/ 699659 h 917837"/>
                <a:gd name="connsiteX7" fmla="*/ 1088761 w 1256058"/>
                <a:gd name="connsiteY7" fmla="*/ 633088 h 917837"/>
                <a:gd name="connsiteX8" fmla="*/ 208529 w 1256058"/>
                <a:gd name="connsiteY8" fmla="*/ 0 h 917837"/>
                <a:gd name="connsiteX9" fmla="*/ 232644 w 1256058"/>
                <a:gd name="connsiteY9" fmla="*/ 16010 h 917837"/>
                <a:gd name="connsiteX10" fmla="*/ 236364 w 1256058"/>
                <a:gd name="connsiteY10" fmla="*/ 204743 h 917837"/>
                <a:gd name="connsiteX11" fmla="*/ 71016 w 1256058"/>
                <a:gd name="connsiteY11" fmla="*/ 221218 h 917837"/>
                <a:gd name="connsiteX12" fmla="*/ 4451 w 1256058"/>
                <a:gd name="connsiteY12" fmla="*/ 143625 h 917837"/>
                <a:gd name="connsiteX13" fmla="*/ 0 w 1256058"/>
                <a:gd name="connsiteY13" fmla="*/ 132199 h 917837"/>
                <a:gd name="connsiteX14" fmla="*/ 149339 w 1256058"/>
                <a:gd name="connsiteY14" fmla="*/ 45373 h 917837"/>
                <a:gd name="connsiteX15" fmla="*/ 208529 w 1256058"/>
                <a:gd name="connsiteY15" fmla="*/ 0 h 91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56058" h="917837">
                  <a:moveTo>
                    <a:pt x="1088761" y="633088"/>
                  </a:moveTo>
                  <a:cubicBezTo>
                    <a:pt x="1105807" y="632741"/>
                    <a:pt x="1123461" y="634705"/>
                    <a:pt x="1141630" y="638940"/>
                  </a:cubicBezTo>
                  <a:cubicBezTo>
                    <a:pt x="1207663" y="654286"/>
                    <a:pt x="1258616" y="704442"/>
                    <a:pt x="1255959" y="779510"/>
                  </a:cubicBezTo>
                  <a:cubicBezTo>
                    <a:pt x="1254099" y="832988"/>
                    <a:pt x="1215635" y="878028"/>
                    <a:pt x="1165612" y="899951"/>
                  </a:cubicBezTo>
                  <a:cubicBezTo>
                    <a:pt x="1141431" y="910580"/>
                    <a:pt x="1115921" y="921209"/>
                    <a:pt x="1096921" y="916824"/>
                  </a:cubicBezTo>
                  <a:cubicBezTo>
                    <a:pt x="1030888" y="915894"/>
                    <a:pt x="983788" y="895832"/>
                    <a:pt x="949177" y="849130"/>
                  </a:cubicBezTo>
                  <a:cubicBezTo>
                    <a:pt x="918021" y="807079"/>
                    <a:pt x="920279" y="739119"/>
                    <a:pt x="954292" y="699659"/>
                  </a:cubicBezTo>
                  <a:cubicBezTo>
                    <a:pt x="991959" y="655963"/>
                    <a:pt x="1037623" y="634128"/>
                    <a:pt x="1088761" y="633088"/>
                  </a:cubicBezTo>
                  <a:close/>
                  <a:moveTo>
                    <a:pt x="208529" y="0"/>
                  </a:moveTo>
                  <a:cubicBezTo>
                    <a:pt x="216568" y="5381"/>
                    <a:pt x="224407" y="11028"/>
                    <a:pt x="232644" y="16010"/>
                  </a:cubicBezTo>
                  <a:cubicBezTo>
                    <a:pt x="300471" y="57198"/>
                    <a:pt x="306317" y="152262"/>
                    <a:pt x="236364" y="204743"/>
                  </a:cubicBezTo>
                  <a:cubicBezTo>
                    <a:pt x="184481" y="243672"/>
                    <a:pt x="127483" y="245731"/>
                    <a:pt x="71016" y="221218"/>
                  </a:cubicBezTo>
                  <a:cubicBezTo>
                    <a:pt x="38796" y="207267"/>
                    <a:pt x="12954" y="181226"/>
                    <a:pt x="4451" y="143625"/>
                  </a:cubicBezTo>
                  <a:cubicBezTo>
                    <a:pt x="3521" y="139573"/>
                    <a:pt x="4318" y="134857"/>
                    <a:pt x="0" y="132199"/>
                  </a:cubicBezTo>
                  <a:cubicBezTo>
                    <a:pt x="51219" y="105759"/>
                    <a:pt x="102704" y="79718"/>
                    <a:pt x="149339" y="45373"/>
                  </a:cubicBezTo>
                  <a:cubicBezTo>
                    <a:pt x="169335" y="30625"/>
                    <a:pt x="188799" y="15146"/>
                    <a:pt x="208529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66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xmlns="" id="{7DE745BC-7A0F-48F0-8A8F-09C6BCC773FC}"/>
                </a:ext>
              </a:extLst>
            </p:cNvPr>
            <p:cNvSpPr/>
            <p:nvPr/>
          </p:nvSpPr>
          <p:spPr>
            <a:xfrm>
              <a:off x="2463825" y="2585350"/>
              <a:ext cx="2307542" cy="2664725"/>
            </a:xfrm>
            <a:custGeom>
              <a:avLst/>
              <a:gdLst>
                <a:gd name="connsiteX0" fmla="*/ 2307263 w 2307542"/>
                <a:gd name="connsiteY0" fmla="*/ 0 h 2664725"/>
                <a:gd name="connsiteX1" fmla="*/ 2307528 w 2307542"/>
                <a:gd name="connsiteY1" fmla="*/ 66498 h 2664725"/>
                <a:gd name="connsiteX2" fmla="*/ 2295438 w 2307542"/>
                <a:gd name="connsiteY2" fmla="*/ 81844 h 2664725"/>
                <a:gd name="connsiteX3" fmla="*/ 2061133 w 2307542"/>
                <a:gd name="connsiteY3" fmla="*/ 197169 h 2664725"/>
                <a:gd name="connsiteX4" fmla="*/ 1767106 w 2307542"/>
                <a:gd name="connsiteY4" fmla="*/ 367168 h 2664725"/>
                <a:gd name="connsiteX5" fmla="*/ 1428702 w 2307542"/>
                <a:gd name="connsiteY5" fmla="*/ 599414 h 2664725"/>
                <a:gd name="connsiteX6" fmla="*/ 1233260 w 2307542"/>
                <a:gd name="connsiteY6" fmla="*/ 754997 h 2664725"/>
                <a:gd name="connsiteX7" fmla="*/ 845764 w 2307542"/>
                <a:gd name="connsiteY7" fmla="*/ 1118844 h 2664725"/>
                <a:gd name="connsiteX8" fmla="*/ 648196 w 2307542"/>
                <a:gd name="connsiteY8" fmla="*/ 1343450 h 2664725"/>
                <a:gd name="connsiteX9" fmla="*/ 426978 w 2307542"/>
                <a:gd name="connsiteY9" fmla="*/ 1642459 h 2664725"/>
                <a:gd name="connsiteX10" fmla="*/ 210211 w 2307542"/>
                <a:gd name="connsiteY10" fmla="*/ 2025372 h 2664725"/>
                <a:gd name="connsiteX11" fmla="*/ 64460 w 2307542"/>
                <a:gd name="connsiteY11" fmla="*/ 2430008 h 2664725"/>
                <a:gd name="connsiteX12" fmla="*/ 25796 w 2307542"/>
                <a:gd name="connsiteY12" fmla="*/ 2650163 h 2664725"/>
                <a:gd name="connsiteX13" fmla="*/ 11514 w 2307542"/>
                <a:gd name="connsiteY13" fmla="*/ 2664711 h 2664725"/>
                <a:gd name="connsiteX14" fmla="*/ 287 w 2307542"/>
                <a:gd name="connsiteY14" fmla="*/ 2648834 h 2664725"/>
                <a:gd name="connsiteX15" fmla="*/ 22741 w 2307542"/>
                <a:gd name="connsiteY15" fmla="*/ 2455518 h 2664725"/>
                <a:gd name="connsiteX16" fmla="*/ 101994 w 2307542"/>
                <a:gd name="connsiteY16" fmla="*/ 2160096 h 2664725"/>
                <a:gd name="connsiteX17" fmla="*/ 276842 w 2307542"/>
                <a:gd name="connsiteY17" fmla="*/ 1776519 h 2664725"/>
                <a:gd name="connsiteX18" fmla="*/ 422195 w 2307542"/>
                <a:gd name="connsiteY18" fmla="*/ 1540154 h 2664725"/>
                <a:gd name="connsiteX19" fmla="*/ 601826 w 2307542"/>
                <a:gd name="connsiteY19" fmla="*/ 1298874 h 2664725"/>
                <a:gd name="connsiteX20" fmla="*/ 814807 w 2307542"/>
                <a:gd name="connsiteY20" fmla="*/ 1056132 h 2664725"/>
                <a:gd name="connsiteX21" fmla="*/ 1042800 w 2307542"/>
                <a:gd name="connsiteY21" fmla="*/ 831859 h 2664725"/>
                <a:gd name="connsiteX22" fmla="*/ 1205957 w 2307542"/>
                <a:gd name="connsiteY22" fmla="*/ 688565 h 2664725"/>
                <a:gd name="connsiteX23" fmla="*/ 1431161 w 2307542"/>
                <a:gd name="connsiteY23" fmla="*/ 511857 h 2664725"/>
                <a:gd name="connsiteX24" fmla="*/ 1824370 w 2307542"/>
                <a:gd name="connsiteY24" fmla="*/ 249850 h 2664725"/>
                <a:gd name="connsiteX25" fmla="*/ 2093219 w 2307542"/>
                <a:gd name="connsiteY25" fmla="*/ 101773 h 2664725"/>
                <a:gd name="connsiteX26" fmla="*/ 2295836 w 2307542"/>
                <a:gd name="connsiteY26" fmla="*/ 4517 h 2664725"/>
                <a:gd name="connsiteX27" fmla="*/ 2307263 w 2307542"/>
                <a:gd name="connsiteY27" fmla="*/ 0 h 266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07542" h="2664725">
                  <a:moveTo>
                    <a:pt x="2307263" y="0"/>
                  </a:moveTo>
                  <a:cubicBezTo>
                    <a:pt x="2307263" y="23849"/>
                    <a:pt x="2306731" y="45174"/>
                    <a:pt x="2307528" y="66498"/>
                  </a:cubicBezTo>
                  <a:cubicBezTo>
                    <a:pt x="2307861" y="76064"/>
                    <a:pt x="2302480" y="78655"/>
                    <a:pt x="2295438" y="81844"/>
                  </a:cubicBezTo>
                  <a:cubicBezTo>
                    <a:pt x="2216052" y="117717"/>
                    <a:pt x="2138127" y="156580"/>
                    <a:pt x="2061133" y="197169"/>
                  </a:cubicBezTo>
                  <a:cubicBezTo>
                    <a:pt x="1960954" y="249983"/>
                    <a:pt x="1863100" y="306915"/>
                    <a:pt x="1767106" y="367168"/>
                  </a:cubicBezTo>
                  <a:cubicBezTo>
                    <a:pt x="1651116" y="439978"/>
                    <a:pt x="1537916" y="516773"/>
                    <a:pt x="1428702" y="599414"/>
                  </a:cubicBezTo>
                  <a:cubicBezTo>
                    <a:pt x="1362271" y="649636"/>
                    <a:pt x="1297699" y="702117"/>
                    <a:pt x="1233260" y="754997"/>
                  </a:cubicBezTo>
                  <a:cubicBezTo>
                    <a:pt x="1095879" y="867665"/>
                    <a:pt x="968596" y="990963"/>
                    <a:pt x="845764" y="1118844"/>
                  </a:cubicBezTo>
                  <a:cubicBezTo>
                    <a:pt x="776741" y="1190723"/>
                    <a:pt x="711372" y="1266123"/>
                    <a:pt x="648196" y="1343450"/>
                  </a:cubicBezTo>
                  <a:cubicBezTo>
                    <a:pt x="569673" y="1439643"/>
                    <a:pt x="496067" y="1539357"/>
                    <a:pt x="426978" y="1642459"/>
                  </a:cubicBezTo>
                  <a:cubicBezTo>
                    <a:pt x="345134" y="1764627"/>
                    <a:pt x="272923" y="1892376"/>
                    <a:pt x="210211" y="2025372"/>
                  </a:cubicBezTo>
                  <a:cubicBezTo>
                    <a:pt x="148828" y="2155512"/>
                    <a:pt x="98805" y="2289970"/>
                    <a:pt x="64460" y="2430008"/>
                  </a:cubicBezTo>
                  <a:cubicBezTo>
                    <a:pt x="46722" y="2502485"/>
                    <a:pt x="31842" y="2575626"/>
                    <a:pt x="25796" y="2650163"/>
                  </a:cubicBezTo>
                  <a:cubicBezTo>
                    <a:pt x="24999" y="2659862"/>
                    <a:pt x="21744" y="2664446"/>
                    <a:pt x="11514" y="2664711"/>
                  </a:cubicBezTo>
                  <a:cubicBezTo>
                    <a:pt x="-1175" y="2665110"/>
                    <a:pt x="-311" y="2656872"/>
                    <a:pt x="287" y="2648834"/>
                  </a:cubicBezTo>
                  <a:cubicBezTo>
                    <a:pt x="5003" y="2584063"/>
                    <a:pt x="11049" y="2519492"/>
                    <a:pt x="22741" y="2455518"/>
                  </a:cubicBezTo>
                  <a:cubicBezTo>
                    <a:pt x="41142" y="2354874"/>
                    <a:pt x="67715" y="2256488"/>
                    <a:pt x="101994" y="2160096"/>
                  </a:cubicBezTo>
                  <a:cubicBezTo>
                    <a:pt x="149227" y="2027166"/>
                    <a:pt x="208750" y="1900015"/>
                    <a:pt x="276842" y="1776519"/>
                  </a:cubicBezTo>
                  <a:cubicBezTo>
                    <a:pt x="321617" y="1695339"/>
                    <a:pt x="370245" y="1616617"/>
                    <a:pt x="422195" y="1540154"/>
                  </a:cubicBezTo>
                  <a:cubicBezTo>
                    <a:pt x="478463" y="1457181"/>
                    <a:pt x="538118" y="1376533"/>
                    <a:pt x="601826" y="1298874"/>
                  </a:cubicBezTo>
                  <a:cubicBezTo>
                    <a:pt x="670185" y="1215635"/>
                    <a:pt x="740536" y="1134256"/>
                    <a:pt x="814807" y="1056132"/>
                  </a:cubicBezTo>
                  <a:cubicBezTo>
                    <a:pt x="888346" y="978806"/>
                    <a:pt x="964145" y="904004"/>
                    <a:pt x="1042800" y="831859"/>
                  </a:cubicBezTo>
                  <a:cubicBezTo>
                    <a:pt x="1096211" y="782898"/>
                    <a:pt x="1150486" y="735001"/>
                    <a:pt x="1205957" y="688565"/>
                  </a:cubicBezTo>
                  <a:cubicBezTo>
                    <a:pt x="1279165" y="627315"/>
                    <a:pt x="1354365" y="568590"/>
                    <a:pt x="1431161" y="511857"/>
                  </a:cubicBezTo>
                  <a:cubicBezTo>
                    <a:pt x="1557979" y="418188"/>
                    <a:pt x="1689248" y="331030"/>
                    <a:pt x="1824370" y="249850"/>
                  </a:cubicBezTo>
                  <a:cubicBezTo>
                    <a:pt x="1912126" y="197169"/>
                    <a:pt x="2001610" y="147611"/>
                    <a:pt x="2093219" y="101773"/>
                  </a:cubicBezTo>
                  <a:cubicBezTo>
                    <a:pt x="2160182" y="68225"/>
                    <a:pt x="2227212" y="34744"/>
                    <a:pt x="2295836" y="4517"/>
                  </a:cubicBezTo>
                  <a:cubicBezTo>
                    <a:pt x="2298626" y="3322"/>
                    <a:pt x="2301416" y="2325"/>
                    <a:pt x="2307263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66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xmlns="" id="{0548112C-9D7E-4BB2-A639-A629141DDCBB}"/>
                </a:ext>
              </a:extLst>
            </p:cNvPr>
            <p:cNvSpPr/>
            <p:nvPr/>
          </p:nvSpPr>
          <p:spPr>
            <a:xfrm>
              <a:off x="2503373" y="4351743"/>
              <a:ext cx="794297" cy="1557255"/>
            </a:xfrm>
            <a:custGeom>
              <a:avLst/>
              <a:gdLst>
                <a:gd name="connsiteX0" fmla="*/ 0 w 794297"/>
                <a:gd name="connsiteY0" fmla="*/ 1556392 h 1557255"/>
                <a:gd name="connsiteX1" fmla="*/ 27569 w 794297"/>
                <a:gd name="connsiteY1" fmla="*/ 1464384 h 1557255"/>
                <a:gd name="connsiteX2" fmla="*/ 130937 w 794297"/>
                <a:gd name="connsiteY2" fmla="*/ 1164644 h 1557255"/>
                <a:gd name="connsiteX3" fmla="*/ 224739 w 794297"/>
                <a:gd name="connsiteY3" fmla="*/ 933262 h 1557255"/>
                <a:gd name="connsiteX4" fmla="*/ 359794 w 794297"/>
                <a:gd name="connsiteY4" fmla="*/ 646609 h 1557255"/>
                <a:gd name="connsiteX5" fmla="*/ 481165 w 794297"/>
                <a:gd name="connsiteY5" fmla="*/ 422401 h 1557255"/>
                <a:gd name="connsiteX6" fmla="*/ 627913 w 794297"/>
                <a:gd name="connsiteY6" fmla="*/ 183313 h 1557255"/>
                <a:gd name="connsiteX7" fmla="*/ 748221 w 794297"/>
                <a:gd name="connsiteY7" fmla="*/ 7468 h 1557255"/>
                <a:gd name="connsiteX8" fmla="*/ 766224 w 794297"/>
                <a:gd name="connsiteY8" fmla="*/ 8531 h 1557255"/>
                <a:gd name="connsiteX9" fmla="*/ 792066 w 794297"/>
                <a:gd name="connsiteY9" fmla="*/ 56561 h 1557255"/>
                <a:gd name="connsiteX10" fmla="*/ 788811 w 794297"/>
                <a:gd name="connsiteY10" fmla="*/ 76026 h 1557255"/>
                <a:gd name="connsiteX11" fmla="*/ 670429 w 794297"/>
                <a:gd name="connsiteY11" fmla="*/ 235263 h 1557255"/>
                <a:gd name="connsiteX12" fmla="*/ 575698 w 794297"/>
                <a:gd name="connsiteY12" fmla="*/ 377892 h 1557255"/>
                <a:gd name="connsiteX13" fmla="*/ 462896 w 794297"/>
                <a:gd name="connsiteY13" fmla="*/ 556793 h 1557255"/>
                <a:gd name="connsiteX14" fmla="*/ 338071 w 794297"/>
                <a:gd name="connsiteY14" fmla="*/ 778941 h 1557255"/>
                <a:gd name="connsiteX15" fmla="*/ 248654 w 794297"/>
                <a:gd name="connsiteY15" fmla="*/ 955981 h 1557255"/>
                <a:gd name="connsiteX16" fmla="*/ 128080 w 794297"/>
                <a:gd name="connsiteY16" fmla="*/ 1223701 h 1557255"/>
                <a:gd name="connsiteX17" fmla="*/ 44841 w 794297"/>
                <a:gd name="connsiteY17" fmla="*/ 1441199 h 1557255"/>
                <a:gd name="connsiteX18" fmla="*/ 3056 w 794297"/>
                <a:gd name="connsiteY18" fmla="*/ 1557255 h 1557255"/>
                <a:gd name="connsiteX19" fmla="*/ 0 w 794297"/>
                <a:gd name="connsiteY19" fmla="*/ 1556392 h 1557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4297" h="1557255">
                  <a:moveTo>
                    <a:pt x="0" y="1556392"/>
                  </a:moveTo>
                  <a:cubicBezTo>
                    <a:pt x="9168" y="1525700"/>
                    <a:pt x="18136" y="1495009"/>
                    <a:pt x="27569" y="1464384"/>
                  </a:cubicBezTo>
                  <a:cubicBezTo>
                    <a:pt x="58726" y="1363341"/>
                    <a:pt x="93735" y="1263627"/>
                    <a:pt x="130937" y="1164644"/>
                  </a:cubicBezTo>
                  <a:cubicBezTo>
                    <a:pt x="160233" y="1086653"/>
                    <a:pt x="192054" y="1009858"/>
                    <a:pt x="224739" y="933262"/>
                  </a:cubicBezTo>
                  <a:cubicBezTo>
                    <a:pt x="266258" y="836005"/>
                    <a:pt x="311698" y="740609"/>
                    <a:pt x="359794" y="646609"/>
                  </a:cubicBezTo>
                  <a:cubicBezTo>
                    <a:pt x="398524" y="570943"/>
                    <a:pt x="438915" y="496141"/>
                    <a:pt x="481165" y="422401"/>
                  </a:cubicBezTo>
                  <a:cubicBezTo>
                    <a:pt x="527667" y="341288"/>
                    <a:pt x="576229" y="261238"/>
                    <a:pt x="627913" y="183313"/>
                  </a:cubicBezTo>
                  <a:cubicBezTo>
                    <a:pt x="667174" y="124123"/>
                    <a:pt x="708295" y="66194"/>
                    <a:pt x="748221" y="7468"/>
                  </a:cubicBezTo>
                  <a:cubicBezTo>
                    <a:pt x="755595" y="-3360"/>
                    <a:pt x="760710" y="-1899"/>
                    <a:pt x="766224" y="8531"/>
                  </a:cubicBezTo>
                  <a:cubicBezTo>
                    <a:pt x="774727" y="24608"/>
                    <a:pt x="783164" y="40751"/>
                    <a:pt x="792066" y="56561"/>
                  </a:cubicBezTo>
                  <a:cubicBezTo>
                    <a:pt x="796517" y="64400"/>
                    <a:pt x="793727" y="69449"/>
                    <a:pt x="788811" y="76026"/>
                  </a:cubicBezTo>
                  <a:cubicBezTo>
                    <a:pt x="748952" y="128839"/>
                    <a:pt x="708628" y="181254"/>
                    <a:pt x="670429" y="235263"/>
                  </a:cubicBezTo>
                  <a:cubicBezTo>
                    <a:pt x="637479" y="281832"/>
                    <a:pt x="607851" y="330725"/>
                    <a:pt x="575698" y="377892"/>
                  </a:cubicBezTo>
                  <a:cubicBezTo>
                    <a:pt x="535971" y="436153"/>
                    <a:pt x="499301" y="496406"/>
                    <a:pt x="462896" y="556793"/>
                  </a:cubicBezTo>
                  <a:cubicBezTo>
                    <a:pt x="418985" y="629536"/>
                    <a:pt x="377332" y="703607"/>
                    <a:pt x="338071" y="778941"/>
                  </a:cubicBezTo>
                  <a:cubicBezTo>
                    <a:pt x="307513" y="837534"/>
                    <a:pt x="277950" y="896724"/>
                    <a:pt x="248654" y="955981"/>
                  </a:cubicBezTo>
                  <a:cubicBezTo>
                    <a:pt x="205341" y="1043804"/>
                    <a:pt x="165349" y="1133155"/>
                    <a:pt x="128080" y="1223701"/>
                  </a:cubicBezTo>
                  <a:cubicBezTo>
                    <a:pt x="98585" y="1295448"/>
                    <a:pt x="69421" y="1367460"/>
                    <a:pt x="44841" y="1441199"/>
                  </a:cubicBezTo>
                  <a:cubicBezTo>
                    <a:pt x="31821" y="1480194"/>
                    <a:pt x="17073" y="1518592"/>
                    <a:pt x="3056" y="1557255"/>
                  </a:cubicBezTo>
                  <a:cubicBezTo>
                    <a:pt x="1993" y="1556990"/>
                    <a:pt x="996" y="1556658"/>
                    <a:pt x="0" y="1556392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66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1" name="Donut 15">
            <a:extLst>
              <a:ext uri="{FF2B5EF4-FFF2-40B4-BE49-F238E27FC236}">
                <a16:creationId xmlns:a16="http://schemas.microsoft.com/office/drawing/2014/main" xmlns="" id="{F154E9D1-6E37-4F4A-8752-D6127CBD6BD6}"/>
              </a:ext>
            </a:extLst>
          </p:cNvPr>
          <p:cNvSpPr/>
          <p:nvPr/>
        </p:nvSpPr>
        <p:spPr>
          <a:xfrm>
            <a:off x="6477458" y="2225153"/>
            <a:ext cx="468924" cy="465660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EA1EFB0A-B7E9-4B76-8B2E-1F0E6CA5E33A}"/>
              </a:ext>
            </a:extLst>
          </p:cNvPr>
          <p:cNvSpPr txBox="1"/>
          <p:nvPr/>
        </p:nvSpPr>
        <p:spPr>
          <a:xfrm>
            <a:off x="6393248" y="5278113"/>
            <a:ext cx="4726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You can simply impress your audience and add a unique zing and appeal to your Reports and Presentations with our Templates. 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Easy to change colors, photos and Text.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1" name="TextBox 38">
            <a:extLst>
              <a:ext uri="{FF2B5EF4-FFF2-40B4-BE49-F238E27FC236}">
                <a16:creationId xmlns:a16="http://schemas.microsoft.com/office/drawing/2014/main" xmlns="" id="{FCE82483-1828-40B8-A874-3B15EC86669E}"/>
              </a:ext>
            </a:extLst>
          </p:cNvPr>
          <p:cNvSpPr txBox="1"/>
          <p:nvPr/>
        </p:nvSpPr>
        <p:spPr>
          <a:xfrm>
            <a:off x="5693724" y="2719066"/>
            <a:ext cx="4726599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fr-CM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MERCI</a:t>
            </a:r>
            <a:endParaRPr lang="fr-F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theme/theme1.xml><?xml version="1.0" encoding="utf-8"?>
<a:theme xmlns:a="http://schemas.openxmlformats.org/drawingml/2006/main" name="Contents Slide Master">
  <a:themeElements>
    <a:clrScheme name="ALLPPT-2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E5A5B"/>
      </a:accent1>
      <a:accent2>
        <a:srgbClr val="FFB954"/>
      </a:accent2>
      <a:accent3>
        <a:srgbClr val="4592EF"/>
      </a:accent3>
      <a:accent4>
        <a:srgbClr val="2CB2D7"/>
      </a:accent4>
      <a:accent5>
        <a:srgbClr val="E78EBE"/>
      </a:accent5>
      <a:accent6>
        <a:srgbClr val="9191F5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13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3F02"/>
      </a:accent1>
      <a:accent2>
        <a:srgbClr val="FF8853"/>
      </a:accent2>
      <a:accent3>
        <a:srgbClr val="F0D152"/>
      </a:accent3>
      <a:accent4>
        <a:srgbClr val="CADA4C"/>
      </a:accent4>
      <a:accent5>
        <a:srgbClr val="19BD9E"/>
      </a:accent5>
      <a:accent6>
        <a:srgbClr val="019ED7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9554</TotalTime>
  <Words>200</Words>
  <Application>Microsoft Office PowerPoint</Application>
  <PresentationFormat>Grand écran</PresentationFormat>
  <Paragraphs>40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Arial Unicode MS</vt:lpstr>
      <vt:lpstr>Arial</vt:lpstr>
      <vt:lpstr>Calibri</vt:lpstr>
      <vt:lpstr>Times New Roman</vt:lpstr>
      <vt:lpstr>Wingdings</vt:lpstr>
      <vt:lpstr>Contents Slide Master</vt:lpstr>
      <vt:lpstr>Section Break Slide Master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Compte Microsoft</cp:lastModifiedBy>
  <cp:revision>111</cp:revision>
  <dcterms:created xsi:type="dcterms:W3CDTF">2020-01-20T05:08:25Z</dcterms:created>
  <dcterms:modified xsi:type="dcterms:W3CDTF">2025-11-23T19:09:46Z</dcterms:modified>
</cp:coreProperties>
</file>